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6" d="100"/>
          <a:sy n="96" d="100"/>
        </p:scale>
        <p:origin x="68" y="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Usage</c:v>
                </c:pt>
              </c:strCache>
            </c:strRef>
          </c:tx>
          <c:spPr>
            <a:solidFill>
              <a:srgbClr val="DA4D84"/>
            </a:solidFill>
            <a:effectLst/>
          </c:spPr>
          <c:invertIfNegative val="0"/>
          <c:dLbls>
            <c:numFmt formatCode="#,##0" sourceLinked="0"/>
            <c:spPr>
              <a:noFill/>
              <a:ln>
                <a:noFill/>
              </a:ln>
              <a:effectLst/>
            </c:spPr>
            <c:txPr>
              <a:bodyPr/>
              <a:lstStyle/>
              <a:p>
                <a:pPr>
                  <a:defRPr sz="1100" b="0" i="0" u="none" strike="noStrike">
                    <a:solidFill>
                      <a:srgbClr val="323232"/>
                    </a:solidFill>
                    <a:latin typeface="Segoe UI"/>
                  </a:defRPr>
                </a:pPr>
                <a:endParaRPr lang="LID4096"/>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c:v>
                </c:pt>
                <c:pt idx="1">
                  <c:v>Q2</c:v>
                </c:pt>
                <c:pt idx="2">
                  <c:v>Q3</c:v>
                </c:pt>
                <c:pt idx="3">
                  <c:v>Q4</c:v>
                </c:pt>
              </c:strCache>
            </c:strRef>
          </c:cat>
          <c:val>
            <c:numRef>
              <c:f>Sheet1!$B$2:$B$5</c:f>
              <c:numCache>
                <c:formatCode>General</c:formatCode>
                <c:ptCount val="4"/>
                <c:pt idx="0">
                  <c:v>42</c:v>
                </c:pt>
                <c:pt idx="1">
                  <c:v>58</c:v>
                </c:pt>
                <c:pt idx="2">
                  <c:v>71</c:v>
                </c:pt>
                <c:pt idx="3">
                  <c:v>86</c:v>
                </c:pt>
              </c:numCache>
            </c:numRef>
          </c:val>
          <c:extLst>
            <c:ext xmlns:c16="http://schemas.microsoft.com/office/drawing/2014/chart" uri="{C3380CC4-5D6E-409C-BE32-E72D297353CC}">
              <c16:uniqueId val="{00000000-E920-4DBD-BDDA-FF94C558247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A8F94"/>
                </a:solidFill>
                <a:latin typeface="Segoe U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4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A8F94"/>
                </a:solidFill>
                <a:latin typeface="Segoe UI"/>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Mix</c:v>
                </c:pt>
              </c:strCache>
            </c:strRef>
          </c:tx>
          <c:spPr>
            <a:solidFill>
              <a:schemeClr val="accent1"/>
            </a:solidFill>
            <a:ln w="9525" cap="flat">
              <a:solidFill>
                <a:srgbClr val="F9F9F9"/>
              </a:solidFill>
              <a:prstDash val="solid"/>
              <a:round/>
            </a:ln>
            <a:effectLst/>
          </c:spPr>
          <c:dPt>
            <c:idx val="0"/>
            <c:bubble3D val="0"/>
            <c:spPr>
              <a:solidFill>
                <a:srgbClr val="DA4D84"/>
              </a:solidFill>
              <a:ln w="25400" cap="flat">
                <a:solidFill>
                  <a:srgbClr val="FAFBFB"/>
                </a:solidFill>
                <a:prstDash val="solid"/>
                <a:round/>
              </a:ln>
              <a:effectLst/>
            </c:spPr>
            <c:extLst>
              <c:ext xmlns:c16="http://schemas.microsoft.com/office/drawing/2014/chart" uri="{C3380CC4-5D6E-409C-BE32-E72D297353CC}">
                <c16:uniqueId val="{00000001-A73B-4E79-A7A8-2111972E8200}"/>
              </c:ext>
            </c:extLst>
          </c:dPt>
          <c:dPt>
            <c:idx val="1"/>
            <c:bubble3D val="0"/>
            <c:spPr>
              <a:solidFill>
                <a:srgbClr val="323232"/>
              </a:solidFill>
              <a:ln w="25400" cap="flat">
                <a:solidFill>
                  <a:srgbClr val="FAFBFB"/>
                </a:solidFill>
                <a:prstDash val="solid"/>
                <a:round/>
              </a:ln>
              <a:effectLst/>
            </c:spPr>
            <c:extLst>
              <c:ext xmlns:c16="http://schemas.microsoft.com/office/drawing/2014/chart" uri="{C3380CC4-5D6E-409C-BE32-E72D297353CC}">
                <c16:uniqueId val="{00000003-A73B-4E79-A7A8-2111972E8200}"/>
              </c:ext>
            </c:extLst>
          </c:dPt>
          <c:dPt>
            <c:idx val="2"/>
            <c:bubble3D val="0"/>
            <c:spPr>
              <a:solidFill>
                <a:srgbClr val="EC97BC"/>
              </a:solidFill>
              <a:ln w="25400" cap="flat">
                <a:solidFill>
                  <a:srgbClr val="FAFBFB"/>
                </a:solidFill>
                <a:prstDash val="solid"/>
                <a:round/>
              </a:ln>
              <a:effectLst/>
            </c:spPr>
            <c:extLst>
              <c:ext xmlns:c16="http://schemas.microsoft.com/office/drawing/2014/chart" uri="{C3380CC4-5D6E-409C-BE32-E72D297353CC}">
                <c16:uniqueId val="{00000005-A73B-4E79-A7A8-2111972E8200}"/>
              </c:ext>
            </c:extLst>
          </c:dPt>
          <c:dPt>
            <c:idx val="3"/>
            <c:bubble3D val="0"/>
            <c:spPr>
              <a:solidFill>
                <a:srgbClr val="C9CDD0"/>
              </a:solidFill>
              <a:ln w="25400" cap="flat">
                <a:solidFill>
                  <a:srgbClr val="FAFBFB"/>
                </a:solidFill>
                <a:prstDash val="solid"/>
                <a:round/>
              </a:ln>
              <a:effectLst/>
            </c:spPr>
            <c:extLst>
              <c:ext xmlns:c16="http://schemas.microsoft.com/office/drawing/2014/chart" uri="{C3380CC4-5D6E-409C-BE32-E72D297353CC}">
                <c16:uniqueId val="{00000007-A73B-4E79-A7A8-2111972E8200}"/>
              </c:ext>
            </c:extLst>
          </c:dPt>
          <c:cat>
            <c:strRef>
              <c:f>Sheet1!$A$2:$A$5</c:f>
              <c:strCache>
                <c:ptCount val="4"/>
                <c:pt idx="0">
                  <c:v>Apps</c:v>
                </c:pt>
                <c:pt idx="1">
                  <c:v>Automate</c:v>
                </c:pt>
                <c:pt idx="2">
                  <c:v>Pages</c:v>
                </c:pt>
                <c:pt idx="3">
                  <c:v>Other</c:v>
                </c:pt>
              </c:strCache>
            </c:strRef>
          </c:cat>
          <c:val>
            <c:numRef>
              <c:f>Sheet1!$B$2:$B$5</c:f>
              <c:numCache>
                <c:formatCode>General</c:formatCode>
                <c:ptCount val="4"/>
                <c:pt idx="0">
                  <c:v>40</c:v>
                </c:pt>
                <c:pt idx="1">
                  <c:v>30</c:v>
                </c:pt>
                <c:pt idx="2">
                  <c:v>20</c:v>
                </c:pt>
                <c:pt idx="3">
                  <c:v>10</c:v>
                </c:pt>
              </c:numCache>
            </c:numRef>
          </c:val>
          <c:extLst>
            <c:ext xmlns:c16="http://schemas.microsoft.com/office/drawing/2014/chart" uri="{C3380CC4-5D6E-409C-BE32-E72D297353CC}">
              <c16:uniqueId val="{00000008-A73B-4E79-A7A8-2111972E8200}"/>
            </c:ext>
          </c:extLst>
        </c:ser>
        <c:dLbls>
          <c:showLegendKey val="0"/>
          <c:showVal val="0"/>
          <c:showCatName val="0"/>
          <c:showSerName val="0"/>
          <c:showPercent val="0"/>
          <c:showBubbleSize val="0"/>
          <c:showLeaderLines val="0"/>
        </c:dLbls>
        <c:firstSliceAng val="0"/>
        <c:holeSize val="62"/>
      </c:doughnutChart>
      <c:spPr>
        <a:noFill/>
        <a:ln>
          <a:noFill/>
        </a:ln>
        <a:effectLst/>
      </c:spPr>
    </c:plotArea>
    <c:legend>
      <c:legendPos val="r"/>
      <c:overlay val="0"/>
      <c:txPr>
        <a:bodyPr/>
        <a:lstStyle/>
        <a:p>
          <a:pPr>
            <a:defRPr sz="1100">
              <a:solidFill>
                <a:srgbClr val="323232"/>
              </a:solidFill>
              <a:latin typeface="Segoe UI"/>
              <a:cs typeface="Segoe U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218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6.jpg"/><Relationship Id="rId4" Type="http://schemas.openxmlformats.org/officeDocument/2006/relationships/image" Target="../media/image5.jp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23232"/>
        </a:solidFill>
        <a:effectLst/>
      </p:bgPr>
    </p:bg>
    <p:spTree>
      <p:nvGrpSpPr>
        <p:cNvPr id="1" name=""/>
        <p:cNvGrpSpPr/>
        <p:nvPr/>
      </p:nvGrpSpPr>
      <p:grpSpPr>
        <a:xfrm>
          <a:off x="0" y="0"/>
          <a:ext cx="0" cy="0"/>
          <a:chOff x="0" y="0"/>
          <a:chExt cx="0" cy="0"/>
        </a:xfrm>
      </p:grpSpPr>
      <p:pic>
        <p:nvPicPr>
          <p:cNvPr id="2" name="Image 0" descr="C:\Users\ifain\OneDrive - Microsoft\Documents\Microsoft Scout\_brandwork\assets\logo_full_light.png"/>
          <p:cNvPicPr>
            <a:picLocks noChangeAspect="1"/>
          </p:cNvPicPr>
          <p:nvPr/>
        </p:nvPicPr>
        <p:blipFill>
          <a:blip r:embed="rId3"/>
          <a:stretch>
            <a:fillRect/>
          </a:stretch>
        </p:blipFill>
        <p:spPr>
          <a:xfrm>
            <a:off x="640080" y="640080"/>
            <a:ext cx="2103120" cy="822960"/>
          </a:xfrm>
          <a:prstGeom prst="rect">
            <a:avLst/>
          </a:prstGeom>
        </p:spPr>
      </p:pic>
      <p:sp>
        <p:nvSpPr>
          <p:cNvPr id="3" name="Shape 0"/>
          <p:cNvSpPr/>
          <p:nvPr/>
        </p:nvSpPr>
        <p:spPr>
          <a:xfrm>
            <a:off x="10637215" y="0"/>
            <a:ext cx="1554480" cy="146304"/>
          </a:xfrm>
          <a:prstGeom prst="rect">
            <a:avLst/>
          </a:prstGeom>
          <a:solidFill>
            <a:srgbClr val="DA4D84"/>
          </a:solidFill>
          <a:ln/>
        </p:spPr>
        <p:txBody>
          <a:bodyPr/>
          <a:lstStyle/>
          <a:p>
            <a:endParaRPr lang="LID4096"/>
          </a:p>
        </p:txBody>
      </p:sp>
      <p:sp>
        <p:nvSpPr>
          <p:cNvPr id="4" name="Text 1"/>
          <p:cNvSpPr/>
          <p:nvPr/>
        </p:nvSpPr>
        <p:spPr>
          <a:xfrm>
            <a:off x="640080" y="2651760"/>
            <a:ext cx="9144000" cy="365760"/>
          </a:xfrm>
          <a:prstGeom prst="rect">
            <a:avLst/>
          </a:prstGeom>
          <a:noFill/>
          <a:ln/>
        </p:spPr>
        <p:txBody>
          <a:bodyPr wrap="square" lIns="0" tIns="0" rIns="0" bIns="0" rtlCol="0" anchor="ctr"/>
          <a:lstStyle/>
          <a:p>
            <a:pPr marL="0" indent="0">
              <a:buNone/>
            </a:pPr>
            <a:r>
              <a:rPr lang="en-US" sz="1300" kern="0" spc="300" dirty="0">
                <a:solidFill>
                  <a:srgbClr val="DA4D84"/>
                </a:solidFill>
                <a:latin typeface="Segoe UI Semibold" pitchFamily="34" charset="0"/>
                <a:ea typeface="Segoe UI Semibold" pitchFamily="34" charset="-122"/>
                <a:cs typeface="Segoe UI Semibold" pitchFamily="34" charset="-120"/>
              </a:rPr>
              <a:t>PRESENTATION TEMPLATE</a:t>
            </a:r>
            <a:endParaRPr lang="en-US" sz="1300" dirty="0"/>
          </a:p>
        </p:txBody>
      </p:sp>
      <p:sp>
        <p:nvSpPr>
          <p:cNvPr id="5" name="Text 2"/>
          <p:cNvSpPr/>
          <p:nvPr/>
        </p:nvSpPr>
        <p:spPr>
          <a:xfrm>
            <a:off x="640080" y="2971800"/>
            <a:ext cx="10515600" cy="914400"/>
          </a:xfrm>
          <a:prstGeom prst="rect">
            <a:avLst/>
          </a:prstGeom>
          <a:noFill/>
          <a:ln/>
        </p:spPr>
        <p:txBody>
          <a:bodyPr wrap="square" lIns="0" tIns="0" rIns="0" bIns="0" rtlCol="0" anchor="ctr"/>
          <a:lstStyle/>
          <a:p>
            <a:pPr marL="0" indent="0">
              <a:buNone/>
            </a:pPr>
            <a:r>
              <a:rPr lang="en-US" sz="5400" dirty="0">
                <a:solidFill>
                  <a:srgbClr val="FAFBFB"/>
                </a:solidFill>
                <a:latin typeface="Segoe UI Light" pitchFamily="34" charset="0"/>
                <a:ea typeface="Segoe UI Light" pitchFamily="34" charset="-122"/>
                <a:cs typeface="Segoe UI Light" pitchFamily="34" charset="-120"/>
              </a:rPr>
              <a:t>Power CAT</a:t>
            </a:r>
            <a:endParaRPr lang="en-US" sz="5400" dirty="0"/>
          </a:p>
        </p:txBody>
      </p:sp>
      <p:sp>
        <p:nvSpPr>
          <p:cNvPr id="6" name="Text 3"/>
          <p:cNvSpPr/>
          <p:nvPr/>
        </p:nvSpPr>
        <p:spPr>
          <a:xfrm>
            <a:off x="640080" y="3977640"/>
            <a:ext cx="8686800" cy="548640"/>
          </a:xfrm>
          <a:prstGeom prst="rect">
            <a:avLst/>
          </a:prstGeom>
          <a:noFill/>
          <a:ln/>
        </p:spPr>
        <p:txBody>
          <a:bodyPr wrap="square" lIns="0" tIns="0" rIns="0" bIns="0" rtlCol="0" anchor="ctr"/>
          <a:lstStyle/>
          <a:p>
            <a:pPr marL="0" indent="0">
              <a:buNone/>
            </a:pPr>
            <a:r>
              <a:rPr lang="en-US" sz="1600" dirty="0">
                <a:solidFill>
                  <a:srgbClr val="C9CDD0"/>
                </a:solidFill>
                <a:latin typeface="Segoe UI" pitchFamily="34" charset="0"/>
                <a:ea typeface="Segoe UI" pitchFamily="34" charset="-122"/>
                <a:cs typeface="Segoe UI" pitchFamily="34" charset="-120"/>
              </a:rPr>
              <a:t>Brand-ready building blocks for charts, lists, tables, images and more.</a:t>
            </a:r>
            <a:endParaRPr lang="en-US" sz="1600" dirty="0"/>
          </a:p>
        </p:txBody>
      </p:sp>
      <p:sp>
        <p:nvSpPr>
          <p:cNvPr id="7" name="Text 4"/>
          <p:cNvSpPr/>
          <p:nvPr/>
        </p:nvSpPr>
        <p:spPr>
          <a:xfrm>
            <a:off x="640080" y="5669280"/>
            <a:ext cx="9144000" cy="274320"/>
          </a:xfrm>
          <a:prstGeom prst="rect">
            <a:avLst/>
          </a:prstGeom>
          <a:noFill/>
          <a:ln/>
        </p:spPr>
        <p:txBody>
          <a:bodyPr wrap="square" lIns="0" tIns="0" rIns="0" bIns="0" rtlCol="0" anchor="ctr"/>
          <a:lstStyle/>
          <a:p>
            <a:pPr marL="0" indent="0">
              <a:buNone/>
            </a:pPr>
            <a:r>
              <a:rPr lang="en-US" sz="1200" b="1" dirty="0">
                <a:solidFill>
                  <a:srgbClr val="FAFBFB"/>
                </a:solidFill>
                <a:latin typeface="Segoe UI" pitchFamily="34" charset="0"/>
                <a:ea typeface="Segoe UI" pitchFamily="34" charset="-122"/>
                <a:cs typeface="Segoe UI" pitchFamily="34" charset="-120"/>
              </a:rPr>
              <a:t>Presenter Name</a:t>
            </a:r>
            <a:r>
              <a:rPr lang="en-US" sz="1200" dirty="0">
                <a:solidFill>
                  <a:srgbClr val="8A8F94"/>
                </a:solidFill>
                <a:latin typeface="Segoe UI" pitchFamily="34" charset="0"/>
                <a:ea typeface="Segoe UI" pitchFamily="34" charset="-122"/>
                <a:cs typeface="Segoe UI" pitchFamily="34" charset="-120"/>
              </a:rPr>
              <a:t>   |   Team / Org   |   Month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323232"/>
        </a:solidFill>
        <a:effectLst/>
      </p:bgPr>
    </p:bg>
    <p:spTree>
      <p:nvGrpSpPr>
        <p:cNvPr id="1" name=""/>
        <p:cNvGrpSpPr/>
        <p:nvPr/>
      </p:nvGrpSpPr>
      <p:grpSpPr>
        <a:xfrm>
          <a:off x="0" y="0"/>
          <a:ext cx="0" cy="0"/>
          <a:chOff x="0" y="0"/>
          <a:chExt cx="0" cy="0"/>
        </a:xfrm>
      </p:grpSpPr>
      <p:sp>
        <p:nvSpPr>
          <p:cNvPr id="2" name="Shape 0"/>
          <p:cNvSpPr/>
          <p:nvPr/>
        </p:nvSpPr>
        <p:spPr>
          <a:xfrm>
            <a:off x="0" y="0"/>
            <a:ext cx="1554480" cy="146304"/>
          </a:xfrm>
          <a:prstGeom prst="rect">
            <a:avLst/>
          </a:prstGeom>
          <a:solidFill>
            <a:srgbClr val="DA4D84"/>
          </a:solidFill>
          <a:ln/>
        </p:spPr>
        <p:txBody>
          <a:bodyPr/>
          <a:lstStyle/>
          <a:p>
            <a:endParaRPr lang="LID4096"/>
          </a:p>
        </p:txBody>
      </p:sp>
      <p:pic>
        <p:nvPicPr>
          <p:cNvPr id="3" name="Image 0" descr="C:\Users\ifain\OneDrive - Microsoft\Documents\Microsoft Scout\_brandwork\assets\sym_light.png"/>
          <p:cNvPicPr>
            <a:picLocks noChangeAspect="1"/>
          </p:cNvPicPr>
          <p:nvPr/>
        </p:nvPicPr>
        <p:blipFill>
          <a:blip r:embed="rId3">
            <a:alphaModFix amt="14000"/>
          </a:blip>
          <a:stretch>
            <a:fillRect/>
          </a:stretch>
        </p:blipFill>
        <p:spPr>
          <a:xfrm>
            <a:off x="8869680" y="1097280"/>
            <a:ext cx="3108960" cy="2377440"/>
          </a:xfrm>
          <a:prstGeom prst="rect">
            <a:avLst/>
          </a:prstGeom>
        </p:spPr>
      </p:pic>
      <p:sp>
        <p:nvSpPr>
          <p:cNvPr id="4" name="Text 1"/>
          <p:cNvSpPr/>
          <p:nvPr/>
        </p:nvSpPr>
        <p:spPr>
          <a:xfrm>
            <a:off x="640080" y="1828800"/>
            <a:ext cx="3657600" cy="1371600"/>
          </a:xfrm>
          <a:prstGeom prst="rect">
            <a:avLst/>
          </a:prstGeom>
          <a:noFill/>
          <a:ln/>
        </p:spPr>
        <p:txBody>
          <a:bodyPr wrap="square" lIns="0" tIns="0" rIns="0" bIns="0" rtlCol="0" anchor="ctr"/>
          <a:lstStyle/>
          <a:p>
            <a:pPr marL="0" indent="0">
              <a:buNone/>
            </a:pPr>
            <a:r>
              <a:rPr lang="en-US" sz="9000" dirty="0">
                <a:solidFill>
                  <a:srgbClr val="DA4D84"/>
                </a:solidFill>
                <a:latin typeface="Segoe UI Light" pitchFamily="34" charset="0"/>
                <a:ea typeface="Segoe UI Light" pitchFamily="34" charset="-122"/>
                <a:cs typeface="Segoe UI Light" pitchFamily="34" charset="-120"/>
              </a:rPr>
              <a:t>01</a:t>
            </a:r>
            <a:endParaRPr lang="en-US" sz="9000" dirty="0"/>
          </a:p>
        </p:txBody>
      </p:sp>
      <p:sp>
        <p:nvSpPr>
          <p:cNvPr id="5" name="Text 2"/>
          <p:cNvSpPr/>
          <p:nvPr/>
        </p:nvSpPr>
        <p:spPr>
          <a:xfrm>
            <a:off x="640080" y="3383280"/>
            <a:ext cx="9144000" cy="822960"/>
          </a:xfrm>
          <a:prstGeom prst="rect">
            <a:avLst/>
          </a:prstGeom>
          <a:noFill/>
          <a:ln/>
        </p:spPr>
        <p:txBody>
          <a:bodyPr wrap="square" lIns="0" tIns="0" rIns="0" bIns="0" rtlCol="0" anchor="ctr"/>
          <a:lstStyle/>
          <a:p>
            <a:pPr marL="0" indent="0">
              <a:buNone/>
            </a:pPr>
            <a:r>
              <a:rPr lang="en-US" sz="3800" b="1" dirty="0">
                <a:solidFill>
                  <a:srgbClr val="FAFBFB"/>
                </a:solidFill>
                <a:latin typeface="Segoe UI Semibold" pitchFamily="34" charset="0"/>
                <a:ea typeface="Segoe UI Semibold" pitchFamily="34" charset="-122"/>
                <a:cs typeface="Segoe UI Semibold" pitchFamily="34" charset="-120"/>
              </a:rPr>
              <a:t>Section Divider</a:t>
            </a:r>
            <a:endParaRPr lang="en-US" sz="3800" dirty="0"/>
          </a:p>
        </p:txBody>
      </p:sp>
      <p:sp>
        <p:nvSpPr>
          <p:cNvPr id="6" name="Text 3"/>
          <p:cNvSpPr/>
          <p:nvPr/>
        </p:nvSpPr>
        <p:spPr>
          <a:xfrm>
            <a:off x="640080" y="4206240"/>
            <a:ext cx="7772400" cy="457200"/>
          </a:xfrm>
          <a:prstGeom prst="rect">
            <a:avLst/>
          </a:prstGeom>
          <a:noFill/>
          <a:ln/>
        </p:spPr>
        <p:txBody>
          <a:bodyPr wrap="square" lIns="0" tIns="0" rIns="0" bIns="0" rtlCol="0" anchor="ctr"/>
          <a:lstStyle/>
          <a:p>
            <a:pPr marL="0" indent="0">
              <a:buNone/>
            </a:pPr>
            <a:r>
              <a:rPr lang="en-US" sz="1500" dirty="0">
                <a:solidFill>
                  <a:srgbClr val="C9CDD0"/>
                </a:solidFill>
                <a:latin typeface="Segoe UI" pitchFamily="34" charset="0"/>
                <a:ea typeface="Segoe UI" pitchFamily="34" charset="-122"/>
                <a:cs typeface="Segoe UI" pitchFamily="34" charset="-120"/>
              </a:rPr>
              <a:t>Use a full-screen dark slide to open each new part of the story.</a:t>
            </a:r>
            <a:endParaRPr lang="en-US" sz="1500" dirty="0"/>
          </a:p>
        </p:txBody>
      </p:sp>
      <p:pic>
        <p:nvPicPr>
          <p:cNvPr id="7" name="Image 1" descr="C:\Users\ifain\OneDrive - Microsoft\Documents\Microsoft Scout\_brandwork\assets\sym_light.png"/>
          <p:cNvPicPr>
            <a:picLocks noChangeAspect="1"/>
          </p:cNvPicPr>
          <p:nvPr/>
        </p:nvPicPr>
        <p:blipFill>
          <a:blip r:embed="rId3"/>
          <a:stretch>
            <a:fillRect/>
          </a:stretch>
        </p:blipFill>
        <p:spPr>
          <a:xfrm>
            <a:off x="640080" y="6291072"/>
            <a:ext cx="237744" cy="182880"/>
          </a:xfrm>
          <a:prstGeom prst="rect">
            <a:avLst/>
          </a:prstGeom>
        </p:spPr>
      </p:pic>
      <p:sp>
        <p:nvSpPr>
          <p:cNvPr id="8" name="Text 4"/>
          <p:cNvSpPr/>
          <p:nvPr/>
        </p:nvSpPr>
        <p:spPr>
          <a:xfrm>
            <a:off x="932688" y="6254496"/>
            <a:ext cx="2743200" cy="274320"/>
          </a:xfrm>
          <a:prstGeom prst="rect">
            <a:avLst/>
          </a:prstGeom>
          <a:noFill/>
          <a:ln/>
        </p:spPr>
        <p:txBody>
          <a:bodyPr wrap="square" lIns="0" tIns="0" rIns="0" bIns="0" rtlCol="0" anchor="ctr"/>
          <a:lstStyle/>
          <a:p>
            <a:pPr marL="0" indent="0">
              <a:buNone/>
            </a:pPr>
            <a:r>
              <a:rPr lang="en-US" sz="900" dirty="0">
                <a:solidFill>
                  <a:srgbClr val="FAFBFB"/>
                </a:solidFill>
                <a:latin typeface="Segoe UI Semibold" pitchFamily="34" charset="0"/>
                <a:ea typeface="Segoe UI Semibold" pitchFamily="34" charset="-122"/>
                <a:cs typeface="Segoe UI Semibold" pitchFamily="34" charset="-120"/>
              </a:rPr>
              <a:t>Power CAT</a:t>
            </a:r>
            <a:endParaRPr lang="en-US" sz="900" dirty="0"/>
          </a:p>
        </p:txBody>
      </p:sp>
      <p:sp>
        <p:nvSpPr>
          <p:cNvPr id="9" name="Text 5"/>
          <p:cNvSpPr/>
          <p:nvPr/>
        </p:nvSpPr>
        <p:spPr>
          <a:xfrm>
            <a:off x="10637215" y="6254496"/>
            <a:ext cx="914400" cy="274320"/>
          </a:xfrm>
          <a:prstGeom prst="rect">
            <a:avLst/>
          </a:prstGeom>
          <a:noFill/>
          <a:ln/>
        </p:spPr>
        <p:txBody>
          <a:bodyPr wrap="square" lIns="0" tIns="0" rIns="0" bIns="0" rtlCol="0" anchor="ctr"/>
          <a:lstStyle/>
          <a:p>
            <a:pPr marL="0" indent="0" algn="r">
              <a:buNone/>
            </a:pPr>
            <a:r>
              <a:rPr lang="en-US" sz="900" dirty="0">
                <a:solidFill>
                  <a:srgbClr val="FAFBFB"/>
                </a:solidFill>
                <a:latin typeface="Segoe UI" pitchFamily="34" charset="0"/>
                <a:ea typeface="Segoe UI" pitchFamily="34" charset="-122"/>
                <a:cs typeface="Segoe U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BFB"/>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DA4D84"/>
          </a:solidFill>
          <a:ln/>
        </p:spPr>
        <p:txBody>
          <a:bodyPr/>
          <a:lstStyle/>
          <a:p>
            <a:endParaRPr lang="LID4096"/>
          </a:p>
        </p:txBody>
      </p:sp>
      <p:sp>
        <p:nvSpPr>
          <p:cNvPr id="3" name="Text 1"/>
          <p:cNvSpPr/>
          <p:nvPr/>
        </p:nvSpPr>
        <p:spPr>
          <a:xfrm>
            <a:off x="896112" y="502920"/>
            <a:ext cx="8229600" cy="274320"/>
          </a:xfrm>
          <a:prstGeom prst="rect">
            <a:avLst/>
          </a:prstGeom>
          <a:noFill/>
          <a:ln/>
        </p:spPr>
        <p:txBody>
          <a:bodyPr wrap="square" lIns="0" tIns="0" rIns="0" bIns="0" rtlCol="0" anchor="ctr"/>
          <a:lstStyle/>
          <a:p>
            <a:pPr marL="0" indent="0">
              <a:buNone/>
            </a:pPr>
            <a:r>
              <a:rPr lang="en-US" sz="1100" kern="0" spc="200" dirty="0">
                <a:solidFill>
                  <a:srgbClr val="DA4D84"/>
                </a:solidFill>
                <a:latin typeface="Segoe UI Semibold" pitchFamily="34" charset="0"/>
                <a:ea typeface="Segoe UI Semibold" pitchFamily="34" charset="-122"/>
                <a:cs typeface="Segoe UI Semibold" pitchFamily="34" charset="-120"/>
              </a:rPr>
              <a:t>OVERVIEW</a:t>
            </a:r>
            <a:endParaRPr lang="en-US" sz="1100" dirty="0"/>
          </a:p>
        </p:txBody>
      </p:sp>
      <p:sp>
        <p:nvSpPr>
          <p:cNvPr id="4" name="Text 2"/>
          <p:cNvSpPr/>
          <p:nvPr/>
        </p:nvSpPr>
        <p:spPr>
          <a:xfrm>
            <a:off x="640080" y="841248"/>
            <a:ext cx="10911535" cy="685800"/>
          </a:xfrm>
          <a:prstGeom prst="rect">
            <a:avLst/>
          </a:prstGeom>
          <a:noFill/>
          <a:ln/>
        </p:spPr>
        <p:txBody>
          <a:bodyPr wrap="square" lIns="0" tIns="0" rIns="0" bIns="0" rtlCol="0" anchor="ctr"/>
          <a:lstStyle/>
          <a:p>
            <a:pPr marL="0" indent="0">
              <a:buNone/>
            </a:pPr>
            <a:r>
              <a:rPr lang="en-US" sz="3000" b="1" dirty="0">
                <a:solidFill>
                  <a:srgbClr val="323232"/>
                </a:solidFill>
                <a:latin typeface="Segoe UI Semibold" pitchFamily="34" charset="0"/>
                <a:ea typeface="Segoe UI Semibold" pitchFamily="34" charset="-122"/>
                <a:cs typeface="Segoe UI Semibold" pitchFamily="34" charset="-120"/>
              </a:rPr>
              <a:t>Agenda</a:t>
            </a:r>
            <a:endParaRPr lang="en-US" sz="3000" dirty="0"/>
          </a:p>
        </p:txBody>
      </p:sp>
      <p:sp>
        <p:nvSpPr>
          <p:cNvPr id="5" name="Text 3"/>
          <p:cNvSpPr/>
          <p:nvPr/>
        </p:nvSpPr>
        <p:spPr>
          <a:xfrm>
            <a:off x="640080" y="1828800"/>
            <a:ext cx="822960" cy="640080"/>
          </a:xfrm>
          <a:prstGeom prst="rect">
            <a:avLst/>
          </a:prstGeom>
          <a:noFill/>
          <a:ln/>
        </p:spPr>
        <p:txBody>
          <a:bodyPr wrap="square" lIns="0" tIns="0" rIns="0" bIns="0" rtlCol="0" anchor="ctr"/>
          <a:lstStyle/>
          <a:p>
            <a:pPr marL="0" indent="0">
              <a:buNone/>
            </a:pPr>
            <a:r>
              <a:rPr lang="en-US" sz="2600" b="1" dirty="0">
                <a:solidFill>
                  <a:srgbClr val="DA4D84"/>
                </a:solidFill>
                <a:latin typeface="Segoe UI Semibold" pitchFamily="34" charset="0"/>
                <a:ea typeface="Segoe UI Semibold" pitchFamily="34" charset="-122"/>
                <a:cs typeface="Segoe UI Semibold" pitchFamily="34" charset="-120"/>
              </a:rPr>
              <a:t>01</a:t>
            </a:r>
            <a:endParaRPr lang="en-US" sz="2600" dirty="0"/>
          </a:p>
        </p:txBody>
      </p:sp>
      <p:sp>
        <p:nvSpPr>
          <p:cNvPr id="6" name="Text 4"/>
          <p:cNvSpPr/>
          <p:nvPr/>
        </p:nvSpPr>
        <p:spPr>
          <a:xfrm>
            <a:off x="1554480" y="1828800"/>
            <a:ext cx="4937760" cy="640080"/>
          </a:xfrm>
          <a:prstGeom prst="rect">
            <a:avLst/>
          </a:prstGeom>
          <a:noFill/>
          <a:ln/>
        </p:spPr>
        <p:txBody>
          <a:bodyPr wrap="square" lIns="0" tIns="0" rIns="0" bIns="0" rtlCol="0" anchor="ctr"/>
          <a:lstStyle/>
          <a:p>
            <a:pPr marL="0" indent="0">
              <a:buNone/>
            </a:pPr>
            <a:r>
              <a:rPr lang="en-US" sz="1700" b="1" dirty="0">
                <a:solidFill>
                  <a:srgbClr val="323232"/>
                </a:solidFill>
                <a:latin typeface="Segoe UI Semibold" pitchFamily="34" charset="0"/>
                <a:ea typeface="Segoe UI Semibold" pitchFamily="34" charset="-122"/>
                <a:cs typeface="Segoe UI Semibold" pitchFamily="34" charset="-120"/>
              </a:rPr>
              <a:t>Introduction</a:t>
            </a:r>
            <a:endParaRPr lang="en-US" sz="1700" dirty="0"/>
          </a:p>
        </p:txBody>
      </p:sp>
      <p:sp>
        <p:nvSpPr>
          <p:cNvPr id="7" name="Text 5"/>
          <p:cNvSpPr/>
          <p:nvPr/>
        </p:nvSpPr>
        <p:spPr>
          <a:xfrm>
            <a:off x="6492240" y="1828800"/>
            <a:ext cx="5120640" cy="640080"/>
          </a:xfrm>
          <a:prstGeom prst="rect">
            <a:avLst/>
          </a:prstGeom>
          <a:noFill/>
          <a:ln/>
        </p:spPr>
        <p:txBody>
          <a:bodyPr wrap="square" lIns="0" tIns="0" rIns="0" bIns="0" rtlCol="0" anchor="ctr"/>
          <a:lstStyle/>
          <a:p>
            <a:pPr marL="0" indent="0">
              <a:buNone/>
            </a:pPr>
            <a:r>
              <a:rPr lang="en-US" sz="1300" dirty="0">
                <a:solidFill>
                  <a:srgbClr val="8A8F94"/>
                </a:solidFill>
                <a:latin typeface="Segoe UI" pitchFamily="34" charset="0"/>
                <a:ea typeface="Segoe UI" pitchFamily="34" charset="-122"/>
                <a:cs typeface="Segoe UI" pitchFamily="34" charset="-120"/>
              </a:rPr>
              <a:t>Set the scene and frame the problem</a:t>
            </a:r>
            <a:endParaRPr lang="en-US" sz="1300" dirty="0"/>
          </a:p>
        </p:txBody>
      </p:sp>
      <p:sp>
        <p:nvSpPr>
          <p:cNvPr id="8" name="Shape 6"/>
          <p:cNvSpPr/>
          <p:nvPr/>
        </p:nvSpPr>
        <p:spPr>
          <a:xfrm>
            <a:off x="640080" y="2578608"/>
            <a:ext cx="10911535" cy="0"/>
          </a:xfrm>
          <a:prstGeom prst="line">
            <a:avLst/>
          </a:prstGeom>
          <a:noFill/>
          <a:ln w="12700">
            <a:solidFill>
              <a:srgbClr val="E2E4E6"/>
            </a:solidFill>
            <a:prstDash val="solid"/>
          </a:ln>
        </p:spPr>
        <p:txBody>
          <a:bodyPr/>
          <a:lstStyle/>
          <a:p>
            <a:endParaRPr lang="LID4096"/>
          </a:p>
        </p:txBody>
      </p:sp>
      <p:sp>
        <p:nvSpPr>
          <p:cNvPr id="9" name="Text 7"/>
          <p:cNvSpPr/>
          <p:nvPr/>
        </p:nvSpPr>
        <p:spPr>
          <a:xfrm>
            <a:off x="640080" y="2688336"/>
            <a:ext cx="822960" cy="640080"/>
          </a:xfrm>
          <a:prstGeom prst="rect">
            <a:avLst/>
          </a:prstGeom>
          <a:noFill/>
          <a:ln/>
        </p:spPr>
        <p:txBody>
          <a:bodyPr wrap="square" lIns="0" tIns="0" rIns="0" bIns="0" rtlCol="0" anchor="ctr"/>
          <a:lstStyle/>
          <a:p>
            <a:pPr marL="0" indent="0">
              <a:buNone/>
            </a:pPr>
            <a:r>
              <a:rPr lang="en-US" sz="2600" b="1" dirty="0">
                <a:solidFill>
                  <a:srgbClr val="DA4D84"/>
                </a:solidFill>
                <a:latin typeface="Segoe UI Semibold" pitchFamily="34" charset="0"/>
                <a:ea typeface="Segoe UI Semibold" pitchFamily="34" charset="-122"/>
                <a:cs typeface="Segoe UI Semibold" pitchFamily="34" charset="-120"/>
              </a:rPr>
              <a:t>02</a:t>
            </a:r>
            <a:endParaRPr lang="en-US" sz="2600" dirty="0"/>
          </a:p>
        </p:txBody>
      </p:sp>
      <p:sp>
        <p:nvSpPr>
          <p:cNvPr id="10" name="Text 8"/>
          <p:cNvSpPr/>
          <p:nvPr/>
        </p:nvSpPr>
        <p:spPr>
          <a:xfrm>
            <a:off x="1554480" y="2688336"/>
            <a:ext cx="4937760" cy="640080"/>
          </a:xfrm>
          <a:prstGeom prst="rect">
            <a:avLst/>
          </a:prstGeom>
          <a:noFill/>
          <a:ln/>
        </p:spPr>
        <p:txBody>
          <a:bodyPr wrap="square" lIns="0" tIns="0" rIns="0" bIns="0" rtlCol="0" anchor="ctr"/>
          <a:lstStyle/>
          <a:p>
            <a:pPr marL="0" indent="0">
              <a:buNone/>
            </a:pPr>
            <a:r>
              <a:rPr lang="en-US" sz="1700" b="1" dirty="0">
                <a:solidFill>
                  <a:srgbClr val="323232"/>
                </a:solidFill>
                <a:latin typeface="Segoe UI Semibold" pitchFamily="34" charset="0"/>
                <a:ea typeface="Segoe UI Semibold" pitchFamily="34" charset="-122"/>
                <a:cs typeface="Segoe UI Semibold" pitchFamily="34" charset="-120"/>
              </a:rPr>
              <a:t>Key findings</a:t>
            </a:r>
            <a:endParaRPr lang="en-US" sz="1700" dirty="0"/>
          </a:p>
        </p:txBody>
      </p:sp>
      <p:sp>
        <p:nvSpPr>
          <p:cNvPr id="11" name="Text 9"/>
          <p:cNvSpPr/>
          <p:nvPr/>
        </p:nvSpPr>
        <p:spPr>
          <a:xfrm>
            <a:off x="6492240" y="2688336"/>
            <a:ext cx="5120640" cy="640080"/>
          </a:xfrm>
          <a:prstGeom prst="rect">
            <a:avLst/>
          </a:prstGeom>
          <a:noFill/>
          <a:ln/>
        </p:spPr>
        <p:txBody>
          <a:bodyPr wrap="square" lIns="0" tIns="0" rIns="0" bIns="0" rtlCol="0" anchor="ctr"/>
          <a:lstStyle/>
          <a:p>
            <a:pPr marL="0" indent="0">
              <a:buNone/>
            </a:pPr>
            <a:r>
              <a:rPr lang="en-US" sz="1300" dirty="0">
                <a:solidFill>
                  <a:srgbClr val="8A8F94"/>
                </a:solidFill>
                <a:latin typeface="Segoe UI" pitchFamily="34" charset="0"/>
                <a:ea typeface="Segoe UI" pitchFamily="34" charset="-122"/>
                <a:cs typeface="Segoe UI" pitchFamily="34" charset="-120"/>
              </a:rPr>
              <a:t>What the data is telling us</a:t>
            </a:r>
            <a:endParaRPr lang="en-US" sz="1300" dirty="0"/>
          </a:p>
        </p:txBody>
      </p:sp>
      <p:sp>
        <p:nvSpPr>
          <p:cNvPr id="12" name="Shape 10"/>
          <p:cNvSpPr/>
          <p:nvPr/>
        </p:nvSpPr>
        <p:spPr>
          <a:xfrm>
            <a:off x="640080" y="3438144"/>
            <a:ext cx="10911535" cy="0"/>
          </a:xfrm>
          <a:prstGeom prst="line">
            <a:avLst/>
          </a:prstGeom>
          <a:noFill/>
          <a:ln w="12700">
            <a:solidFill>
              <a:srgbClr val="E2E4E6"/>
            </a:solidFill>
            <a:prstDash val="solid"/>
          </a:ln>
        </p:spPr>
        <p:txBody>
          <a:bodyPr/>
          <a:lstStyle/>
          <a:p>
            <a:endParaRPr lang="LID4096"/>
          </a:p>
        </p:txBody>
      </p:sp>
      <p:sp>
        <p:nvSpPr>
          <p:cNvPr id="13" name="Text 11"/>
          <p:cNvSpPr/>
          <p:nvPr/>
        </p:nvSpPr>
        <p:spPr>
          <a:xfrm>
            <a:off x="640080" y="3547872"/>
            <a:ext cx="822960" cy="640080"/>
          </a:xfrm>
          <a:prstGeom prst="rect">
            <a:avLst/>
          </a:prstGeom>
          <a:noFill/>
          <a:ln/>
        </p:spPr>
        <p:txBody>
          <a:bodyPr wrap="square" lIns="0" tIns="0" rIns="0" bIns="0" rtlCol="0" anchor="ctr"/>
          <a:lstStyle/>
          <a:p>
            <a:pPr marL="0" indent="0">
              <a:buNone/>
            </a:pPr>
            <a:r>
              <a:rPr lang="en-US" sz="2600" b="1" dirty="0">
                <a:solidFill>
                  <a:srgbClr val="DA4D84"/>
                </a:solidFill>
                <a:latin typeface="Segoe UI Semibold" pitchFamily="34" charset="0"/>
                <a:ea typeface="Segoe UI Semibold" pitchFamily="34" charset="-122"/>
                <a:cs typeface="Segoe UI Semibold" pitchFamily="34" charset="-120"/>
              </a:rPr>
              <a:t>03</a:t>
            </a:r>
            <a:endParaRPr lang="en-US" sz="2600" dirty="0"/>
          </a:p>
        </p:txBody>
      </p:sp>
      <p:sp>
        <p:nvSpPr>
          <p:cNvPr id="14" name="Text 12"/>
          <p:cNvSpPr/>
          <p:nvPr/>
        </p:nvSpPr>
        <p:spPr>
          <a:xfrm>
            <a:off x="1554480" y="3547872"/>
            <a:ext cx="4937760" cy="640080"/>
          </a:xfrm>
          <a:prstGeom prst="rect">
            <a:avLst/>
          </a:prstGeom>
          <a:noFill/>
          <a:ln/>
        </p:spPr>
        <p:txBody>
          <a:bodyPr wrap="square" lIns="0" tIns="0" rIns="0" bIns="0" rtlCol="0" anchor="ctr"/>
          <a:lstStyle/>
          <a:p>
            <a:pPr marL="0" indent="0">
              <a:buNone/>
            </a:pPr>
            <a:r>
              <a:rPr lang="en-US" sz="1700" b="1" dirty="0">
                <a:solidFill>
                  <a:srgbClr val="323232"/>
                </a:solidFill>
                <a:latin typeface="Segoe UI Semibold" pitchFamily="34" charset="0"/>
                <a:ea typeface="Segoe UI Semibold" pitchFamily="34" charset="-122"/>
                <a:cs typeface="Segoe UI Semibold" pitchFamily="34" charset="-120"/>
              </a:rPr>
              <a:t>Recommendations</a:t>
            </a:r>
            <a:endParaRPr lang="en-US" sz="1700" dirty="0"/>
          </a:p>
        </p:txBody>
      </p:sp>
      <p:sp>
        <p:nvSpPr>
          <p:cNvPr id="15" name="Text 13"/>
          <p:cNvSpPr/>
          <p:nvPr/>
        </p:nvSpPr>
        <p:spPr>
          <a:xfrm>
            <a:off x="6492240" y="3547872"/>
            <a:ext cx="5120640" cy="640080"/>
          </a:xfrm>
          <a:prstGeom prst="rect">
            <a:avLst/>
          </a:prstGeom>
          <a:noFill/>
          <a:ln/>
        </p:spPr>
        <p:txBody>
          <a:bodyPr wrap="square" lIns="0" tIns="0" rIns="0" bIns="0" rtlCol="0" anchor="ctr"/>
          <a:lstStyle/>
          <a:p>
            <a:pPr marL="0" indent="0">
              <a:buNone/>
            </a:pPr>
            <a:r>
              <a:rPr lang="en-US" sz="1300" dirty="0">
                <a:solidFill>
                  <a:srgbClr val="8A8F94"/>
                </a:solidFill>
                <a:latin typeface="Segoe UI" pitchFamily="34" charset="0"/>
                <a:ea typeface="Segoe UI" pitchFamily="34" charset="-122"/>
                <a:cs typeface="Segoe UI" pitchFamily="34" charset="-120"/>
              </a:rPr>
              <a:t>The path we propose to take</a:t>
            </a:r>
            <a:endParaRPr lang="en-US" sz="1300" dirty="0"/>
          </a:p>
        </p:txBody>
      </p:sp>
      <p:sp>
        <p:nvSpPr>
          <p:cNvPr id="16" name="Shape 14"/>
          <p:cNvSpPr/>
          <p:nvPr/>
        </p:nvSpPr>
        <p:spPr>
          <a:xfrm>
            <a:off x="640080" y="4297680"/>
            <a:ext cx="10911535" cy="0"/>
          </a:xfrm>
          <a:prstGeom prst="line">
            <a:avLst/>
          </a:prstGeom>
          <a:noFill/>
          <a:ln w="12700">
            <a:solidFill>
              <a:srgbClr val="E2E4E6"/>
            </a:solidFill>
            <a:prstDash val="solid"/>
          </a:ln>
        </p:spPr>
        <p:txBody>
          <a:bodyPr/>
          <a:lstStyle/>
          <a:p>
            <a:endParaRPr lang="LID4096"/>
          </a:p>
        </p:txBody>
      </p:sp>
      <p:sp>
        <p:nvSpPr>
          <p:cNvPr id="17" name="Text 15"/>
          <p:cNvSpPr/>
          <p:nvPr/>
        </p:nvSpPr>
        <p:spPr>
          <a:xfrm>
            <a:off x="640080" y="4407408"/>
            <a:ext cx="822960" cy="640080"/>
          </a:xfrm>
          <a:prstGeom prst="rect">
            <a:avLst/>
          </a:prstGeom>
          <a:noFill/>
          <a:ln/>
        </p:spPr>
        <p:txBody>
          <a:bodyPr wrap="square" lIns="0" tIns="0" rIns="0" bIns="0" rtlCol="0" anchor="ctr"/>
          <a:lstStyle/>
          <a:p>
            <a:pPr marL="0" indent="0">
              <a:buNone/>
            </a:pPr>
            <a:r>
              <a:rPr lang="en-US" sz="2600" b="1" dirty="0">
                <a:solidFill>
                  <a:srgbClr val="DA4D84"/>
                </a:solidFill>
                <a:latin typeface="Segoe UI Semibold" pitchFamily="34" charset="0"/>
                <a:ea typeface="Segoe UI Semibold" pitchFamily="34" charset="-122"/>
                <a:cs typeface="Segoe UI Semibold" pitchFamily="34" charset="-120"/>
              </a:rPr>
              <a:t>04</a:t>
            </a:r>
            <a:endParaRPr lang="en-US" sz="2600" dirty="0"/>
          </a:p>
        </p:txBody>
      </p:sp>
      <p:sp>
        <p:nvSpPr>
          <p:cNvPr id="18" name="Text 16"/>
          <p:cNvSpPr/>
          <p:nvPr/>
        </p:nvSpPr>
        <p:spPr>
          <a:xfrm>
            <a:off x="1554480" y="4407408"/>
            <a:ext cx="4937760" cy="640080"/>
          </a:xfrm>
          <a:prstGeom prst="rect">
            <a:avLst/>
          </a:prstGeom>
          <a:noFill/>
          <a:ln/>
        </p:spPr>
        <p:txBody>
          <a:bodyPr wrap="square" lIns="0" tIns="0" rIns="0" bIns="0" rtlCol="0" anchor="ctr"/>
          <a:lstStyle/>
          <a:p>
            <a:pPr marL="0" indent="0">
              <a:buNone/>
            </a:pPr>
            <a:r>
              <a:rPr lang="en-US" sz="1700" b="1" dirty="0">
                <a:solidFill>
                  <a:srgbClr val="323232"/>
                </a:solidFill>
                <a:latin typeface="Segoe UI Semibold" pitchFamily="34" charset="0"/>
                <a:ea typeface="Segoe UI Semibold" pitchFamily="34" charset="-122"/>
                <a:cs typeface="Segoe UI Semibold" pitchFamily="34" charset="-120"/>
              </a:rPr>
              <a:t>Roadmap</a:t>
            </a:r>
            <a:endParaRPr lang="en-US" sz="1700" dirty="0"/>
          </a:p>
        </p:txBody>
      </p:sp>
      <p:sp>
        <p:nvSpPr>
          <p:cNvPr id="19" name="Text 17"/>
          <p:cNvSpPr/>
          <p:nvPr/>
        </p:nvSpPr>
        <p:spPr>
          <a:xfrm>
            <a:off x="6492240" y="4407408"/>
            <a:ext cx="5120640" cy="640080"/>
          </a:xfrm>
          <a:prstGeom prst="rect">
            <a:avLst/>
          </a:prstGeom>
          <a:noFill/>
          <a:ln/>
        </p:spPr>
        <p:txBody>
          <a:bodyPr wrap="square" lIns="0" tIns="0" rIns="0" bIns="0" rtlCol="0" anchor="ctr"/>
          <a:lstStyle/>
          <a:p>
            <a:pPr marL="0" indent="0">
              <a:buNone/>
            </a:pPr>
            <a:r>
              <a:rPr lang="en-US" sz="1300" dirty="0">
                <a:solidFill>
                  <a:srgbClr val="8A8F94"/>
                </a:solidFill>
                <a:latin typeface="Segoe UI" pitchFamily="34" charset="0"/>
                <a:ea typeface="Segoe UI" pitchFamily="34" charset="-122"/>
                <a:cs typeface="Segoe UI" pitchFamily="34" charset="-120"/>
              </a:rPr>
              <a:t>Phasing, owners and milestones</a:t>
            </a:r>
            <a:endParaRPr lang="en-US" sz="1300" dirty="0"/>
          </a:p>
        </p:txBody>
      </p:sp>
      <p:sp>
        <p:nvSpPr>
          <p:cNvPr id="20" name="Shape 18"/>
          <p:cNvSpPr/>
          <p:nvPr/>
        </p:nvSpPr>
        <p:spPr>
          <a:xfrm>
            <a:off x="640080" y="5157216"/>
            <a:ext cx="10911535" cy="0"/>
          </a:xfrm>
          <a:prstGeom prst="line">
            <a:avLst/>
          </a:prstGeom>
          <a:noFill/>
          <a:ln w="12700">
            <a:solidFill>
              <a:srgbClr val="E2E4E6"/>
            </a:solidFill>
            <a:prstDash val="solid"/>
          </a:ln>
        </p:spPr>
        <p:txBody>
          <a:bodyPr/>
          <a:lstStyle/>
          <a:p>
            <a:endParaRPr lang="LID4096"/>
          </a:p>
        </p:txBody>
      </p:sp>
      <p:sp>
        <p:nvSpPr>
          <p:cNvPr id="21" name="Text 19"/>
          <p:cNvSpPr/>
          <p:nvPr/>
        </p:nvSpPr>
        <p:spPr>
          <a:xfrm>
            <a:off x="640080" y="5266944"/>
            <a:ext cx="822960" cy="640080"/>
          </a:xfrm>
          <a:prstGeom prst="rect">
            <a:avLst/>
          </a:prstGeom>
          <a:noFill/>
          <a:ln/>
        </p:spPr>
        <p:txBody>
          <a:bodyPr wrap="square" lIns="0" tIns="0" rIns="0" bIns="0" rtlCol="0" anchor="ctr"/>
          <a:lstStyle/>
          <a:p>
            <a:pPr marL="0" indent="0">
              <a:buNone/>
            </a:pPr>
            <a:r>
              <a:rPr lang="en-US" sz="2600" b="1" dirty="0">
                <a:solidFill>
                  <a:srgbClr val="DA4D84"/>
                </a:solidFill>
                <a:latin typeface="Segoe UI Semibold" pitchFamily="34" charset="0"/>
                <a:ea typeface="Segoe UI Semibold" pitchFamily="34" charset="-122"/>
                <a:cs typeface="Segoe UI Semibold" pitchFamily="34" charset="-120"/>
              </a:rPr>
              <a:t>05</a:t>
            </a:r>
            <a:endParaRPr lang="en-US" sz="2600" dirty="0"/>
          </a:p>
        </p:txBody>
      </p:sp>
      <p:sp>
        <p:nvSpPr>
          <p:cNvPr id="22" name="Text 20"/>
          <p:cNvSpPr/>
          <p:nvPr/>
        </p:nvSpPr>
        <p:spPr>
          <a:xfrm>
            <a:off x="1554480" y="5266944"/>
            <a:ext cx="4937760" cy="640080"/>
          </a:xfrm>
          <a:prstGeom prst="rect">
            <a:avLst/>
          </a:prstGeom>
          <a:noFill/>
          <a:ln/>
        </p:spPr>
        <p:txBody>
          <a:bodyPr wrap="square" lIns="0" tIns="0" rIns="0" bIns="0" rtlCol="0" anchor="ctr"/>
          <a:lstStyle/>
          <a:p>
            <a:pPr marL="0" indent="0">
              <a:buNone/>
            </a:pPr>
            <a:r>
              <a:rPr lang="en-US" sz="1700" b="1" dirty="0">
                <a:solidFill>
                  <a:srgbClr val="323232"/>
                </a:solidFill>
                <a:latin typeface="Segoe UI Semibold" pitchFamily="34" charset="0"/>
                <a:ea typeface="Segoe UI Semibold" pitchFamily="34" charset="-122"/>
                <a:cs typeface="Segoe UI Semibold" pitchFamily="34" charset="-120"/>
              </a:rPr>
              <a:t>Next steps</a:t>
            </a:r>
            <a:endParaRPr lang="en-US" sz="1700" dirty="0"/>
          </a:p>
        </p:txBody>
      </p:sp>
      <p:sp>
        <p:nvSpPr>
          <p:cNvPr id="23" name="Text 21"/>
          <p:cNvSpPr/>
          <p:nvPr/>
        </p:nvSpPr>
        <p:spPr>
          <a:xfrm>
            <a:off x="6492240" y="5266944"/>
            <a:ext cx="5120640" cy="640080"/>
          </a:xfrm>
          <a:prstGeom prst="rect">
            <a:avLst/>
          </a:prstGeom>
          <a:noFill/>
          <a:ln/>
        </p:spPr>
        <p:txBody>
          <a:bodyPr wrap="square" lIns="0" tIns="0" rIns="0" bIns="0" rtlCol="0" anchor="ctr"/>
          <a:lstStyle/>
          <a:p>
            <a:pPr marL="0" indent="0">
              <a:buNone/>
            </a:pPr>
            <a:r>
              <a:rPr lang="en-US" sz="1300" dirty="0">
                <a:solidFill>
                  <a:srgbClr val="8A8F94"/>
                </a:solidFill>
                <a:latin typeface="Segoe UI" pitchFamily="34" charset="0"/>
                <a:ea typeface="Segoe UI" pitchFamily="34" charset="-122"/>
                <a:cs typeface="Segoe UI" pitchFamily="34" charset="-120"/>
              </a:rPr>
              <a:t>Decisions needed from this room</a:t>
            </a:r>
            <a:endParaRPr lang="en-US" sz="1300" dirty="0"/>
          </a:p>
        </p:txBody>
      </p:sp>
      <p:pic>
        <p:nvPicPr>
          <p:cNvPr id="24" name="Image 0" descr="C:\Users\ifain\OneDrive - Microsoft\Documents\Microsoft Scout\_brandwork\assets\sym_dark.png"/>
          <p:cNvPicPr>
            <a:picLocks noChangeAspect="1"/>
          </p:cNvPicPr>
          <p:nvPr/>
        </p:nvPicPr>
        <p:blipFill>
          <a:blip r:embed="rId3"/>
          <a:stretch>
            <a:fillRect/>
          </a:stretch>
        </p:blipFill>
        <p:spPr>
          <a:xfrm>
            <a:off x="640080" y="6291072"/>
            <a:ext cx="237744" cy="182880"/>
          </a:xfrm>
          <a:prstGeom prst="rect">
            <a:avLst/>
          </a:prstGeom>
        </p:spPr>
      </p:pic>
      <p:sp>
        <p:nvSpPr>
          <p:cNvPr id="25" name="Text 22"/>
          <p:cNvSpPr/>
          <p:nvPr/>
        </p:nvSpPr>
        <p:spPr>
          <a:xfrm>
            <a:off x="932688" y="6254496"/>
            <a:ext cx="2743200" cy="274320"/>
          </a:xfrm>
          <a:prstGeom prst="rect">
            <a:avLst/>
          </a:prstGeom>
          <a:noFill/>
          <a:ln/>
        </p:spPr>
        <p:txBody>
          <a:bodyPr wrap="square" lIns="0" tIns="0" rIns="0" bIns="0" rtlCol="0" anchor="ctr"/>
          <a:lstStyle/>
          <a:p>
            <a:pPr marL="0" indent="0">
              <a:buNone/>
            </a:pPr>
            <a:r>
              <a:rPr lang="en-US" sz="900" dirty="0">
                <a:solidFill>
                  <a:srgbClr val="8A8F94"/>
                </a:solidFill>
                <a:latin typeface="Segoe UI Semibold" pitchFamily="34" charset="0"/>
                <a:ea typeface="Segoe UI Semibold" pitchFamily="34" charset="-122"/>
                <a:cs typeface="Segoe UI Semibold" pitchFamily="34" charset="-120"/>
              </a:rPr>
              <a:t>Power CAT</a:t>
            </a:r>
            <a:endParaRPr lang="en-US" sz="900" dirty="0"/>
          </a:p>
        </p:txBody>
      </p:sp>
      <p:sp>
        <p:nvSpPr>
          <p:cNvPr id="26" name="Text 23"/>
          <p:cNvSpPr/>
          <p:nvPr/>
        </p:nvSpPr>
        <p:spPr>
          <a:xfrm>
            <a:off x="10637215" y="6254496"/>
            <a:ext cx="914400" cy="274320"/>
          </a:xfrm>
          <a:prstGeom prst="rect">
            <a:avLst/>
          </a:prstGeom>
          <a:noFill/>
          <a:ln/>
        </p:spPr>
        <p:txBody>
          <a:bodyPr wrap="square" lIns="0" tIns="0" rIns="0" bIns="0" rtlCol="0" anchor="ctr"/>
          <a:lstStyle/>
          <a:p>
            <a:pPr marL="0" indent="0" algn="r">
              <a:buNone/>
            </a:pPr>
            <a:r>
              <a:rPr lang="en-US" sz="900" dirty="0">
                <a:solidFill>
                  <a:srgbClr val="8A8F94"/>
                </a:solidFill>
                <a:latin typeface="Segoe UI" pitchFamily="34" charset="0"/>
                <a:ea typeface="Segoe UI" pitchFamily="34" charset="-122"/>
                <a:cs typeface="Segoe U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BFB"/>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DA4D84"/>
          </a:solidFill>
          <a:ln/>
        </p:spPr>
        <p:txBody>
          <a:bodyPr/>
          <a:lstStyle/>
          <a:p>
            <a:endParaRPr lang="LID4096"/>
          </a:p>
        </p:txBody>
      </p:sp>
      <p:sp>
        <p:nvSpPr>
          <p:cNvPr id="3" name="Text 1"/>
          <p:cNvSpPr/>
          <p:nvPr/>
        </p:nvSpPr>
        <p:spPr>
          <a:xfrm>
            <a:off x="896112" y="502920"/>
            <a:ext cx="8229600" cy="274320"/>
          </a:xfrm>
          <a:prstGeom prst="rect">
            <a:avLst/>
          </a:prstGeom>
          <a:noFill/>
          <a:ln/>
        </p:spPr>
        <p:txBody>
          <a:bodyPr wrap="square" lIns="0" tIns="0" rIns="0" bIns="0" rtlCol="0" anchor="ctr"/>
          <a:lstStyle/>
          <a:p>
            <a:pPr marL="0" indent="0">
              <a:buNone/>
            </a:pPr>
            <a:r>
              <a:rPr lang="en-US" sz="1100" kern="0" spc="200" dirty="0">
                <a:solidFill>
                  <a:srgbClr val="DA4D84"/>
                </a:solidFill>
                <a:latin typeface="Segoe UI Semibold" pitchFamily="34" charset="0"/>
                <a:ea typeface="Segoe UI Semibold" pitchFamily="34" charset="-122"/>
                <a:cs typeface="Segoe UI Semibold" pitchFamily="34" charset="-120"/>
              </a:rPr>
              <a:t>CONTENT TYPE</a:t>
            </a:r>
            <a:endParaRPr lang="en-US" sz="1100" dirty="0"/>
          </a:p>
        </p:txBody>
      </p:sp>
      <p:sp>
        <p:nvSpPr>
          <p:cNvPr id="4" name="Text 2"/>
          <p:cNvSpPr/>
          <p:nvPr/>
        </p:nvSpPr>
        <p:spPr>
          <a:xfrm>
            <a:off x="640080" y="841248"/>
            <a:ext cx="10911535" cy="685800"/>
          </a:xfrm>
          <a:prstGeom prst="rect">
            <a:avLst/>
          </a:prstGeom>
          <a:noFill/>
          <a:ln/>
        </p:spPr>
        <p:txBody>
          <a:bodyPr wrap="square" lIns="0" tIns="0" rIns="0" bIns="0" rtlCol="0" anchor="ctr"/>
          <a:lstStyle/>
          <a:p>
            <a:pPr marL="0" indent="0">
              <a:buNone/>
            </a:pPr>
            <a:r>
              <a:rPr lang="en-US" sz="3000" b="1" dirty="0">
                <a:solidFill>
                  <a:srgbClr val="323232"/>
                </a:solidFill>
                <a:latin typeface="Segoe UI Semibold" pitchFamily="34" charset="0"/>
                <a:ea typeface="Segoe UI Semibold" pitchFamily="34" charset="-122"/>
                <a:cs typeface="Segoe UI Semibold" pitchFamily="34" charset="-120"/>
              </a:rPr>
              <a:t>Paragraphs &amp; body text</a:t>
            </a:r>
            <a:endParaRPr lang="en-US" sz="3000" dirty="0"/>
          </a:p>
        </p:txBody>
      </p:sp>
      <p:sp>
        <p:nvSpPr>
          <p:cNvPr id="5" name="Text 3"/>
          <p:cNvSpPr/>
          <p:nvPr/>
        </p:nvSpPr>
        <p:spPr>
          <a:xfrm>
            <a:off x="640080" y="1828800"/>
            <a:ext cx="6583680" cy="365760"/>
          </a:xfrm>
          <a:prstGeom prst="rect">
            <a:avLst/>
          </a:prstGeom>
          <a:noFill/>
          <a:ln/>
        </p:spPr>
        <p:txBody>
          <a:bodyPr wrap="square" lIns="0" tIns="0" rIns="0" bIns="0" rtlCol="0" anchor="ctr"/>
          <a:lstStyle/>
          <a:p>
            <a:pPr marL="0" indent="0">
              <a:buNone/>
            </a:pPr>
            <a:r>
              <a:rPr lang="en-US" sz="1600" b="1" dirty="0">
                <a:solidFill>
                  <a:srgbClr val="DA4D84"/>
                </a:solidFill>
                <a:latin typeface="Segoe UI Semibold" pitchFamily="34" charset="0"/>
                <a:ea typeface="Segoe UI Semibold" pitchFamily="34" charset="-122"/>
                <a:cs typeface="Segoe UI Semibold" pitchFamily="34" charset="-120"/>
              </a:rPr>
              <a:t>Lead paragraph</a:t>
            </a:r>
            <a:endParaRPr lang="en-US" sz="1600" dirty="0"/>
          </a:p>
        </p:txBody>
      </p:sp>
      <p:sp>
        <p:nvSpPr>
          <p:cNvPr id="6" name="Text 4"/>
          <p:cNvSpPr/>
          <p:nvPr/>
        </p:nvSpPr>
        <p:spPr>
          <a:xfrm>
            <a:off x="640080" y="2194560"/>
            <a:ext cx="6583680" cy="914400"/>
          </a:xfrm>
          <a:prstGeom prst="rect">
            <a:avLst/>
          </a:prstGeom>
          <a:noFill/>
          <a:ln/>
        </p:spPr>
        <p:txBody>
          <a:bodyPr wrap="square" lIns="0" tIns="0" rIns="0" bIns="0" rtlCol="0" anchor="ctr"/>
          <a:lstStyle/>
          <a:p>
            <a:pPr marL="0" indent="0">
              <a:lnSpc>
                <a:spcPct val="115000"/>
              </a:lnSpc>
              <a:buNone/>
            </a:pPr>
            <a:r>
              <a:rPr lang="en-US" sz="1500" dirty="0">
                <a:solidFill>
                  <a:srgbClr val="323232"/>
                </a:solidFill>
                <a:latin typeface="Segoe UI" pitchFamily="34" charset="0"/>
                <a:ea typeface="Segoe UI" pitchFamily="34" charset="-122"/>
                <a:cs typeface="Segoe UI" pitchFamily="34" charset="-120"/>
              </a:rPr>
              <a:t>Use a short, confident lead sentence to introduce the idea before the detail. Keep the line length comfortable so the eye can scan it quickly.</a:t>
            </a:r>
            <a:endParaRPr lang="en-US" sz="1500" dirty="0"/>
          </a:p>
        </p:txBody>
      </p:sp>
      <p:sp>
        <p:nvSpPr>
          <p:cNvPr id="7" name="Text 5"/>
          <p:cNvSpPr/>
          <p:nvPr/>
        </p:nvSpPr>
        <p:spPr>
          <a:xfrm>
            <a:off x="640080" y="3383280"/>
            <a:ext cx="6583680" cy="365760"/>
          </a:xfrm>
          <a:prstGeom prst="rect">
            <a:avLst/>
          </a:prstGeom>
          <a:noFill/>
          <a:ln/>
        </p:spPr>
        <p:txBody>
          <a:bodyPr wrap="square" lIns="0" tIns="0" rIns="0" bIns="0" rtlCol="0" anchor="ctr"/>
          <a:lstStyle/>
          <a:p>
            <a:pPr marL="0" indent="0">
              <a:buNone/>
            </a:pPr>
            <a:r>
              <a:rPr lang="en-US" sz="1600" b="1" dirty="0">
                <a:solidFill>
                  <a:srgbClr val="323232"/>
                </a:solidFill>
                <a:latin typeface="Segoe UI Semibold" pitchFamily="34" charset="0"/>
                <a:ea typeface="Segoe UI Semibold" pitchFamily="34" charset="-122"/>
                <a:cs typeface="Segoe UI Semibold" pitchFamily="34" charset="-120"/>
              </a:rPr>
              <a:t>Body copy</a:t>
            </a:r>
            <a:endParaRPr lang="en-US" sz="1600" dirty="0"/>
          </a:p>
        </p:txBody>
      </p:sp>
      <p:sp>
        <p:nvSpPr>
          <p:cNvPr id="8" name="Text 6"/>
          <p:cNvSpPr/>
          <p:nvPr/>
        </p:nvSpPr>
        <p:spPr>
          <a:xfrm>
            <a:off x="640080" y="3749040"/>
            <a:ext cx="6583680" cy="1645920"/>
          </a:xfrm>
          <a:prstGeom prst="rect">
            <a:avLst/>
          </a:prstGeom>
          <a:noFill/>
          <a:ln/>
        </p:spPr>
        <p:txBody>
          <a:bodyPr wrap="square" lIns="0" tIns="0" rIns="0" bIns="0" rtlCol="0" anchor="ctr"/>
          <a:lstStyle/>
          <a:p>
            <a:pPr marL="0" indent="0">
              <a:lnSpc>
                <a:spcPct val="125000"/>
              </a:lnSpc>
              <a:buNone/>
            </a:pPr>
            <a:r>
              <a:rPr lang="en-US" sz="1500" dirty="0">
                <a:solidFill>
                  <a:srgbClr val="4A4F54"/>
                </a:solidFill>
                <a:latin typeface="Segoe UI" pitchFamily="34" charset="0"/>
                <a:ea typeface="Segoe UI" pitchFamily="34" charset="-122"/>
                <a:cs typeface="Segoe UI" pitchFamily="34" charset="-120"/>
              </a:rPr>
              <a:t>Body paragraphs sit at 14–16pt with generous line spacing and a left alignment. Avoid centring long text. Two to three sentences per paragraph keeps the slide readable from the back of the room, and leaves room for the supporting visual on the right.</a:t>
            </a:r>
            <a:endParaRPr lang="en-US" sz="1500" dirty="0"/>
          </a:p>
        </p:txBody>
      </p:sp>
      <p:sp>
        <p:nvSpPr>
          <p:cNvPr id="9" name="Shape 7"/>
          <p:cNvSpPr/>
          <p:nvPr/>
        </p:nvSpPr>
        <p:spPr>
          <a:xfrm>
            <a:off x="7772400" y="1828800"/>
            <a:ext cx="3749040" cy="3566160"/>
          </a:xfrm>
          <a:prstGeom prst="rect">
            <a:avLst/>
          </a:prstGeom>
          <a:solidFill>
            <a:srgbClr val="323232"/>
          </a:solidFill>
          <a:ln/>
        </p:spPr>
        <p:txBody>
          <a:bodyPr/>
          <a:lstStyle/>
          <a:p>
            <a:endParaRPr lang="LID4096"/>
          </a:p>
        </p:txBody>
      </p:sp>
      <p:sp>
        <p:nvSpPr>
          <p:cNvPr id="10" name="Shape 8"/>
          <p:cNvSpPr/>
          <p:nvPr/>
        </p:nvSpPr>
        <p:spPr>
          <a:xfrm>
            <a:off x="7772400" y="1828800"/>
            <a:ext cx="128016" cy="3566160"/>
          </a:xfrm>
          <a:prstGeom prst="rect">
            <a:avLst/>
          </a:prstGeom>
          <a:solidFill>
            <a:srgbClr val="DA4D84"/>
          </a:solidFill>
          <a:ln/>
        </p:spPr>
        <p:txBody>
          <a:bodyPr/>
          <a:lstStyle/>
          <a:p>
            <a:endParaRPr lang="LID4096"/>
          </a:p>
        </p:txBody>
      </p:sp>
      <p:sp>
        <p:nvSpPr>
          <p:cNvPr id="11" name="Text 9"/>
          <p:cNvSpPr/>
          <p:nvPr/>
        </p:nvSpPr>
        <p:spPr>
          <a:xfrm>
            <a:off x="7955280" y="1828800"/>
            <a:ext cx="1828800" cy="1005840"/>
          </a:xfrm>
          <a:prstGeom prst="rect">
            <a:avLst/>
          </a:prstGeom>
          <a:noFill/>
          <a:ln/>
        </p:spPr>
        <p:txBody>
          <a:bodyPr wrap="square" lIns="0" tIns="0" rIns="0" bIns="0" rtlCol="0" anchor="ctr"/>
          <a:lstStyle/>
          <a:p>
            <a:pPr marL="0" indent="0">
              <a:buNone/>
            </a:pPr>
            <a:r>
              <a:rPr lang="en-US" sz="7000" dirty="0">
                <a:solidFill>
                  <a:srgbClr val="DA4D84"/>
                </a:solidFill>
                <a:latin typeface="Segoe UI Semibold" pitchFamily="34" charset="0"/>
                <a:ea typeface="Segoe UI Semibold" pitchFamily="34" charset="-122"/>
                <a:cs typeface="Segoe UI Semibold" pitchFamily="34" charset="-120"/>
              </a:rPr>
              <a:t>“</a:t>
            </a:r>
            <a:endParaRPr lang="en-US" sz="7000" dirty="0"/>
          </a:p>
        </p:txBody>
      </p:sp>
      <p:sp>
        <p:nvSpPr>
          <p:cNvPr id="12" name="Text 10"/>
          <p:cNvSpPr/>
          <p:nvPr/>
        </p:nvSpPr>
        <p:spPr>
          <a:xfrm>
            <a:off x="8092440" y="2743200"/>
            <a:ext cx="3246120" cy="1645920"/>
          </a:xfrm>
          <a:prstGeom prst="rect">
            <a:avLst/>
          </a:prstGeom>
          <a:noFill/>
          <a:ln/>
        </p:spPr>
        <p:txBody>
          <a:bodyPr wrap="square" lIns="0" tIns="0" rIns="0" bIns="0" rtlCol="0" anchor="ctr"/>
          <a:lstStyle/>
          <a:p>
            <a:pPr marL="0" indent="0">
              <a:lnSpc>
                <a:spcPct val="120000"/>
              </a:lnSpc>
              <a:buNone/>
            </a:pPr>
            <a:r>
              <a:rPr lang="en-US" sz="1700" dirty="0">
                <a:solidFill>
                  <a:srgbClr val="FAFBFB"/>
                </a:solidFill>
                <a:latin typeface="Segoe UI Semibold" pitchFamily="34" charset="0"/>
                <a:ea typeface="Segoe UI Semibold" pitchFamily="34" charset="-122"/>
                <a:cs typeface="Segoe UI Semibold" pitchFamily="34" charset="-120"/>
              </a:rPr>
              <a:t>A callout card is a great way to lift one key line out of the body copy and give it room to breathe.</a:t>
            </a:r>
            <a:endParaRPr lang="en-US" sz="1700" dirty="0"/>
          </a:p>
        </p:txBody>
      </p:sp>
      <p:sp>
        <p:nvSpPr>
          <p:cNvPr id="13" name="Text 11"/>
          <p:cNvSpPr/>
          <p:nvPr/>
        </p:nvSpPr>
        <p:spPr>
          <a:xfrm>
            <a:off x="8092440" y="4800600"/>
            <a:ext cx="3200400" cy="365760"/>
          </a:xfrm>
          <a:prstGeom prst="rect">
            <a:avLst/>
          </a:prstGeom>
          <a:noFill/>
          <a:ln/>
        </p:spPr>
        <p:txBody>
          <a:bodyPr wrap="square" lIns="0" tIns="0" rIns="0" bIns="0" rtlCol="0" anchor="ctr"/>
          <a:lstStyle/>
          <a:p>
            <a:pPr marL="0" indent="0">
              <a:buNone/>
            </a:pPr>
            <a:r>
              <a:rPr lang="en-US" sz="1200" dirty="0">
                <a:solidFill>
                  <a:srgbClr val="EC97BC"/>
                </a:solidFill>
                <a:latin typeface="Segoe UI" pitchFamily="34" charset="0"/>
                <a:ea typeface="Segoe UI" pitchFamily="34" charset="-122"/>
                <a:cs typeface="Segoe UI" pitchFamily="34" charset="-120"/>
              </a:rPr>
              <a:t>— Supporting note</a:t>
            </a:r>
            <a:endParaRPr lang="en-US" sz="1200" dirty="0"/>
          </a:p>
        </p:txBody>
      </p:sp>
      <p:pic>
        <p:nvPicPr>
          <p:cNvPr id="14" name="Image 0" descr="C:\Users\ifain\OneDrive - Microsoft\Documents\Microsoft Scout\_brandwork\assets\sym_dark.png"/>
          <p:cNvPicPr>
            <a:picLocks noChangeAspect="1"/>
          </p:cNvPicPr>
          <p:nvPr/>
        </p:nvPicPr>
        <p:blipFill>
          <a:blip r:embed="rId3"/>
          <a:stretch>
            <a:fillRect/>
          </a:stretch>
        </p:blipFill>
        <p:spPr>
          <a:xfrm>
            <a:off x="640080" y="6291072"/>
            <a:ext cx="237744" cy="182880"/>
          </a:xfrm>
          <a:prstGeom prst="rect">
            <a:avLst/>
          </a:prstGeom>
        </p:spPr>
      </p:pic>
      <p:sp>
        <p:nvSpPr>
          <p:cNvPr id="15" name="Text 12"/>
          <p:cNvSpPr/>
          <p:nvPr/>
        </p:nvSpPr>
        <p:spPr>
          <a:xfrm>
            <a:off x="932688" y="6254496"/>
            <a:ext cx="2743200" cy="274320"/>
          </a:xfrm>
          <a:prstGeom prst="rect">
            <a:avLst/>
          </a:prstGeom>
          <a:noFill/>
          <a:ln/>
        </p:spPr>
        <p:txBody>
          <a:bodyPr wrap="square" lIns="0" tIns="0" rIns="0" bIns="0" rtlCol="0" anchor="ctr"/>
          <a:lstStyle/>
          <a:p>
            <a:pPr marL="0" indent="0">
              <a:buNone/>
            </a:pPr>
            <a:r>
              <a:rPr lang="en-US" sz="900" dirty="0">
                <a:solidFill>
                  <a:srgbClr val="8A8F94"/>
                </a:solidFill>
                <a:latin typeface="Segoe UI Semibold" pitchFamily="34" charset="0"/>
                <a:ea typeface="Segoe UI Semibold" pitchFamily="34" charset="-122"/>
                <a:cs typeface="Segoe UI Semibold" pitchFamily="34" charset="-120"/>
              </a:rPr>
              <a:t>Power CAT</a:t>
            </a:r>
            <a:endParaRPr lang="en-US" sz="900" dirty="0"/>
          </a:p>
        </p:txBody>
      </p:sp>
      <p:sp>
        <p:nvSpPr>
          <p:cNvPr id="16" name="Text 13"/>
          <p:cNvSpPr/>
          <p:nvPr/>
        </p:nvSpPr>
        <p:spPr>
          <a:xfrm>
            <a:off x="10637215" y="6254496"/>
            <a:ext cx="914400" cy="274320"/>
          </a:xfrm>
          <a:prstGeom prst="rect">
            <a:avLst/>
          </a:prstGeom>
          <a:noFill/>
          <a:ln/>
        </p:spPr>
        <p:txBody>
          <a:bodyPr wrap="square" lIns="0" tIns="0" rIns="0" bIns="0" rtlCol="0" anchor="ctr"/>
          <a:lstStyle/>
          <a:p>
            <a:pPr marL="0" indent="0" algn="r">
              <a:buNone/>
            </a:pPr>
            <a:r>
              <a:rPr lang="en-US" sz="900" dirty="0">
                <a:solidFill>
                  <a:srgbClr val="8A8F94"/>
                </a:solidFill>
                <a:latin typeface="Segoe UI" pitchFamily="34" charset="0"/>
                <a:ea typeface="Segoe UI" pitchFamily="34" charset="-122"/>
                <a:cs typeface="Segoe U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BFB"/>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DA4D84"/>
          </a:solidFill>
          <a:ln/>
        </p:spPr>
        <p:txBody>
          <a:bodyPr/>
          <a:lstStyle/>
          <a:p>
            <a:endParaRPr lang="LID4096"/>
          </a:p>
        </p:txBody>
      </p:sp>
      <p:sp>
        <p:nvSpPr>
          <p:cNvPr id="3" name="Text 1"/>
          <p:cNvSpPr/>
          <p:nvPr/>
        </p:nvSpPr>
        <p:spPr>
          <a:xfrm>
            <a:off x="896112" y="502920"/>
            <a:ext cx="8229600" cy="274320"/>
          </a:xfrm>
          <a:prstGeom prst="rect">
            <a:avLst/>
          </a:prstGeom>
          <a:noFill/>
          <a:ln/>
        </p:spPr>
        <p:txBody>
          <a:bodyPr wrap="square" lIns="0" tIns="0" rIns="0" bIns="0" rtlCol="0" anchor="ctr"/>
          <a:lstStyle/>
          <a:p>
            <a:pPr marL="0" indent="0">
              <a:buNone/>
            </a:pPr>
            <a:r>
              <a:rPr lang="en-US" sz="1100" kern="0" spc="200" dirty="0">
                <a:solidFill>
                  <a:srgbClr val="DA4D84"/>
                </a:solidFill>
                <a:latin typeface="Segoe UI Semibold" pitchFamily="34" charset="0"/>
                <a:ea typeface="Segoe UI Semibold" pitchFamily="34" charset="-122"/>
                <a:cs typeface="Segoe UI Semibold" pitchFamily="34" charset="-120"/>
              </a:rPr>
              <a:t>CONTENT TYPE</a:t>
            </a:r>
            <a:endParaRPr lang="en-US" sz="1100" dirty="0"/>
          </a:p>
        </p:txBody>
      </p:sp>
      <p:sp>
        <p:nvSpPr>
          <p:cNvPr id="4" name="Text 2"/>
          <p:cNvSpPr/>
          <p:nvPr/>
        </p:nvSpPr>
        <p:spPr>
          <a:xfrm>
            <a:off x="640080" y="841248"/>
            <a:ext cx="10911535" cy="685800"/>
          </a:xfrm>
          <a:prstGeom prst="rect">
            <a:avLst/>
          </a:prstGeom>
          <a:noFill/>
          <a:ln/>
        </p:spPr>
        <p:txBody>
          <a:bodyPr wrap="square" lIns="0" tIns="0" rIns="0" bIns="0" rtlCol="0" anchor="ctr"/>
          <a:lstStyle/>
          <a:p>
            <a:pPr marL="0" indent="0">
              <a:buNone/>
            </a:pPr>
            <a:r>
              <a:rPr lang="en-US" sz="3000" b="1" dirty="0">
                <a:solidFill>
                  <a:srgbClr val="323232"/>
                </a:solidFill>
                <a:latin typeface="Segoe UI Semibold" pitchFamily="34" charset="0"/>
                <a:ea typeface="Segoe UI Semibold" pitchFamily="34" charset="-122"/>
                <a:cs typeface="Segoe UI Semibold" pitchFamily="34" charset="-120"/>
              </a:rPr>
              <a:t>Lists &amp; bullet points</a:t>
            </a:r>
            <a:endParaRPr lang="en-US" sz="3000" dirty="0"/>
          </a:p>
        </p:txBody>
      </p:sp>
      <p:sp>
        <p:nvSpPr>
          <p:cNvPr id="5" name="Text 3"/>
          <p:cNvSpPr/>
          <p:nvPr/>
        </p:nvSpPr>
        <p:spPr>
          <a:xfrm>
            <a:off x="640080" y="1828800"/>
            <a:ext cx="5120640" cy="365760"/>
          </a:xfrm>
          <a:prstGeom prst="rect">
            <a:avLst/>
          </a:prstGeom>
          <a:noFill/>
          <a:ln/>
        </p:spPr>
        <p:txBody>
          <a:bodyPr wrap="square" lIns="0" tIns="0" rIns="0" bIns="0" rtlCol="0" anchor="ctr"/>
          <a:lstStyle/>
          <a:p>
            <a:pPr marL="0" indent="0">
              <a:buNone/>
            </a:pPr>
            <a:r>
              <a:rPr lang="en-US" sz="1500" b="1" dirty="0">
                <a:solidFill>
                  <a:srgbClr val="DA4D84"/>
                </a:solidFill>
                <a:latin typeface="Segoe UI Semibold" pitchFamily="34" charset="0"/>
                <a:ea typeface="Segoe UI Semibold" pitchFamily="34" charset="-122"/>
                <a:cs typeface="Segoe UI Semibold" pitchFamily="34" charset="-120"/>
              </a:rPr>
              <a:t>Bulleted list</a:t>
            </a:r>
            <a:endParaRPr lang="en-US" sz="1500" dirty="0"/>
          </a:p>
        </p:txBody>
      </p:sp>
      <p:sp>
        <p:nvSpPr>
          <p:cNvPr id="6" name="Text 4"/>
          <p:cNvSpPr/>
          <p:nvPr/>
        </p:nvSpPr>
        <p:spPr>
          <a:xfrm>
            <a:off x="640080" y="2240280"/>
            <a:ext cx="5120640" cy="292608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323232"/>
                </a:solidFill>
                <a:latin typeface="Segoe UI" pitchFamily="34" charset="0"/>
                <a:ea typeface="Segoe UI" pitchFamily="34" charset="-122"/>
                <a:cs typeface="Segoe UI" pitchFamily="34" charset="-120"/>
              </a:rPr>
              <a:t>Top-level point carries the main idea</a:t>
            </a:r>
            <a:endParaRPr lang="en-US" sz="1500" dirty="0"/>
          </a:p>
          <a:p>
            <a:pPr marL="457200" lvl="1" indent="-228600">
              <a:spcAft>
                <a:spcPts val="800"/>
              </a:spcAft>
              <a:buSzPct val="100000"/>
              <a:buChar char="•"/>
            </a:pPr>
            <a:r>
              <a:rPr lang="en-US" sz="1500" dirty="0">
                <a:solidFill>
                  <a:srgbClr val="4A4F54"/>
                </a:solidFill>
                <a:latin typeface="Segoe UI" pitchFamily="34" charset="0"/>
                <a:ea typeface="Segoe UI" pitchFamily="34" charset="-122"/>
                <a:cs typeface="Segoe UI" pitchFamily="34" charset="-120"/>
              </a:rPr>
              <a:t>Supporting detail nests underneath</a:t>
            </a:r>
            <a:endParaRPr lang="en-US" sz="1500" dirty="0"/>
          </a:p>
          <a:p>
            <a:pPr marL="457200" lvl="1" indent="-228600">
              <a:spcAft>
                <a:spcPts val="800"/>
              </a:spcAft>
              <a:buSzPct val="100000"/>
              <a:buChar char="•"/>
            </a:pPr>
            <a:r>
              <a:rPr lang="en-US" sz="1500" dirty="0">
                <a:solidFill>
                  <a:srgbClr val="4A4F54"/>
                </a:solidFill>
                <a:latin typeface="Segoe UI" pitchFamily="34" charset="0"/>
                <a:ea typeface="Segoe UI" pitchFamily="34" charset="-122"/>
                <a:cs typeface="Segoe UI" pitchFamily="34" charset="-120"/>
              </a:rPr>
              <a:t>A second sub-point for context</a:t>
            </a:r>
            <a:endParaRPr lang="en-US" sz="1500" dirty="0"/>
          </a:p>
          <a:p>
            <a:pPr marL="228600" indent="-228600">
              <a:spcAft>
                <a:spcPts val="800"/>
              </a:spcAft>
              <a:buSzPct val="100000"/>
              <a:buChar char="•"/>
            </a:pPr>
            <a:r>
              <a:rPr lang="en-US" sz="1500" dirty="0">
                <a:solidFill>
                  <a:srgbClr val="323232"/>
                </a:solidFill>
                <a:latin typeface="Segoe UI" pitchFamily="34" charset="0"/>
                <a:ea typeface="Segoe UI" pitchFamily="34" charset="-122"/>
                <a:cs typeface="Segoe UI" pitchFamily="34" charset="-120"/>
              </a:rPr>
              <a:t>Keep lists to five items or fewer</a:t>
            </a:r>
            <a:endParaRPr lang="en-US" sz="1500" dirty="0"/>
          </a:p>
          <a:p>
            <a:pPr marL="228600" indent="-228600">
              <a:buSzPct val="100000"/>
              <a:buChar char="•"/>
            </a:pPr>
            <a:r>
              <a:rPr lang="en-US" sz="1500" dirty="0">
                <a:solidFill>
                  <a:srgbClr val="323232"/>
                </a:solidFill>
                <a:latin typeface="Segoe UI" pitchFamily="34" charset="0"/>
                <a:ea typeface="Segoe UI" pitchFamily="34" charset="-122"/>
                <a:cs typeface="Segoe UI" pitchFamily="34" charset="-120"/>
              </a:rPr>
              <a:t>End on the action or takeaway</a:t>
            </a:r>
            <a:endParaRPr lang="en-US" sz="1500" dirty="0"/>
          </a:p>
        </p:txBody>
      </p:sp>
      <p:sp>
        <p:nvSpPr>
          <p:cNvPr id="7" name="Text 5"/>
          <p:cNvSpPr/>
          <p:nvPr/>
        </p:nvSpPr>
        <p:spPr>
          <a:xfrm>
            <a:off x="6492240" y="1828800"/>
            <a:ext cx="5029200" cy="365760"/>
          </a:xfrm>
          <a:prstGeom prst="rect">
            <a:avLst/>
          </a:prstGeom>
          <a:noFill/>
          <a:ln/>
        </p:spPr>
        <p:txBody>
          <a:bodyPr wrap="square" lIns="0" tIns="0" rIns="0" bIns="0" rtlCol="0" anchor="ctr"/>
          <a:lstStyle/>
          <a:p>
            <a:pPr marL="0" indent="0">
              <a:buNone/>
            </a:pPr>
            <a:r>
              <a:rPr lang="en-US" sz="1500" b="1" dirty="0">
                <a:solidFill>
                  <a:srgbClr val="DA4D84"/>
                </a:solidFill>
                <a:latin typeface="Segoe UI Semibold" pitchFamily="34" charset="0"/>
                <a:ea typeface="Segoe UI Semibold" pitchFamily="34" charset="-122"/>
                <a:cs typeface="Segoe UI Semibold" pitchFamily="34" charset="-120"/>
              </a:rPr>
              <a:t>Numbered list</a:t>
            </a:r>
            <a:endParaRPr lang="en-US" sz="1500" dirty="0"/>
          </a:p>
        </p:txBody>
      </p:sp>
      <p:sp>
        <p:nvSpPr>
          <p:cNvPr id="8" name="Text 6"/>
          <p:cNvSpPr/>
          <p:nvPr/>
        </p:nvSpPr>
        <p:spPr>
          <a:xfrm>
            <a:off x="6492240" y="2240280"/>
            <a:ext cx="5029200" cy="2926080"/>
          </a:xfrm>
          <a:prstGeom prst="rect">
            <a:avLst/>
          </a:prstGeom>
          <a:noFill/>
          <a:ln/>
        </p:spPr>
        <p:txBody>
          <a:bodyPr wrap="square" lIns="0" tIns="0" rIns="0" bIns="0" rtlCol="0" anchor="t"/>
          <a:lstStyle/>
          <a:p>
            <a:pPr marL="342900" indent="-342900">
              <a:spcAft>
                <a:spcPts val="800"/>
              </a:spcAft>
              <a:buSzPct val="100000"/>
              <a:buFont typeface="+mj-lt"/>
              <a:buAutoNum type="arabicPeriod"/>
            </a:pPr>
            <a:r>
              <a:rPr lang="en-US" sz="1500" dirty="0">
                <a:solidFill>
                  <a:srgbClr val="323232"/>
                </a:solidFill>
                <a:latin typeface="Segoe UI" pitchFamily="34" charset="0"/>
                <a:ea typeface="Segoe UI" pitchFamily="34" charset="-122"/>
                <a:cs typeface="Segoe UI" pitchFamily="34" charset="-120"/>
              </a:rPr>
              <a:t>First, define the outcome</a:t>
            </a:r>
            <a:endParaRPr lang="en-US" sz="1500" dirty="0"/>
          </a:p>
          <a:p>
            <a:pPr marL="342900" indent="-342900">
              <a:spcAft>
                <a:spcPts val="800"/>
              </a:spcAft>
              <a:buSzPct val="100000"/>
              <a:buFont typeface="+mj-lt"/>
              <a:buAutoNum type="arabicPeriod" startAt="2"/>
            </a:pPr>
            <a:r>
              <a:rPr lang="en-US" sz="1500" dirty="0">
                <a:solidFill>
                  <a:srgbClr val="323232"/>
                </a:solidFill>
                <a:latin typeface="Segoe UI" pitchFamily="34" charset="0"/>
                <a:ea typeface="Segoe UI" pitchFamily="34" charset="-122"/>
                <a:cs typeface="Segoe UI" pitchFamily="34" charset="-120"/>
              </a:rPr>
              <a:t>Then assign a clear owner</a:t>
            </a:r>
            <a:endParaRPr lang="en-US" sz="1500" dirty="0"/>
          </a:p>
          <a:p>
            <a:pPr marL="342900" indent="-342900">
              <a:spcAft>
                <a:spcPts val="800"/>
              </a:spcAft>
              <a:buSzPct val="100000"/>
              <a:buFont typeface="+mj-lt"/>
              <a:buAutoNum type="arabicPeriod" startAt="3"/>
            </a:pPr>
            <a:r>
              <a:rPr lang="en-US" sz="1500" dirty="0">
                <a:solidFill>
                  <a:srgbClr val="323232"/>
                </a:solidFill>
                <a:latin typeface="Segoe UI" pitchFamily="34" charset="0"/>
                <a:ea typeface="Segoe UI" pitchFamily="34" charset="-122"/>
                <a:cs typeface="Segoe UI" pitchFamily="34" charset="-120"/>
              </a:rPr>
              <a:t>Set a measurable target</a:t>
            </a:r>
            <a:endParaRPr lang="en-US" sz="1500" dirty="0"/>
          </a:p>
          <a:p>
            <a:pPr marL="342900" indent="-342900">
              <a:spcAft>
                <a:spcPts val="800"/>
              </a:spcAft>
              <a:buSzPct val="100000"/>
              <a:buFont typeface="+mj-lt"/>
              <a:buAutoNum type="arabicPeriod" startAt="4"/>
            </a:pPr>
            <a:r>
              <a:rPr lang="en-US" sz="1500" dirty="0">
                <a:solidFill>
                  <a:srgbClr val="323232"/>
                </a:solidFill>
                <a:latin typeface="Segoe UI" pitchFamily="34" charset="0"/>
                <a:ea typeface="Segoe UI" pitchFamily="34" charset="-122"/>
                <a:cs typeface="Segoe UI" pitchFamily="34" charset="-120"/>
              </a:rPr>
              <a:t>Review against the baseline</a:t>
            </a:r>
            <a:endParaRPr lang="en-US" sz="1500" dirty="0"/>
          </a:p>
          <a:p>
            <a:pPr marL="342900" indent="-342900">
              <a:buSzPct val="100000"/>
              <a:buFont typeface="+mj-lt"/>
              <a:buAutoNum type="arabicPeriod" startAt="5"/>
            </a:pPr>
            <a:r>
              <a:rPr lang="en-US" sz="1500" dirty="0">
                <a:solidFill>
                  <a:srgbClr val="323232"/>
                </a:solidFill>
                <a:latin typeface="Segoe UI" pitchFamily="34" charset="0"/>
                <a:ea typeface="Segoe UI" pitchFamily="34" charset="-122"/>
                <a:cs typeface="Segoe UI" pitchFamily="34" charset="-120"/>
              </a:rPr>
              <a:t>Decide go / no-go</a:t>
            </a:r>
            <a:endParaRPr lang="en-US" sz="1500" dirty="0"/>
          </a:p>
        </p:txBody>
      </p:sp>
      <p:pic>
        <p:nvPicPr>
          <p:cNvPr id="9" name="Image 0" descr="C:\Users\ifain\OneDrive - Microsoft\Documents\Microsoft Scout\_brandwork\assets\sym_dark.png"/>
          <p:cNvPicPr>
            <a:picLocks noChangeAspect="1"/>
          </p:cNvPicPr>
          <p:nvPr/>
        </p:nvPicPr>
        <p:blipFill>
          <a:blip r:embed="rId3"/>
          <a:stretch>
            <a:fillRect/>
          </a:stretch>
        </p:blipFill>
        <p:spPr>
          <a:xfrm>
            <a:off x="640080" y="6291072"/>
            <a:ext cx="237744" cy="182880"/>
          </a:xfrm>
          <a:prstGeom prst="rect">
            <a:avLst/>
          </a:prstGeom>
        </p:spPr>
      </p:pic>
      <p:sp>
        <p:nvSpPr>
          <p:cNvPr id="10" name="Text 7"/>
          <p:cNvSpPr/>
          <p:nvPr/>
        </p:nvSpPr>
        <p:spPr>
          <a:xfrm>
            <a:off x="932688" y="6254496"/>
            <a:ext cx="2743200" cy="274320"/>
          </a:xfrm>
          <a:prstGeom prst="rect">
            <a:avLst/>
          </a:prstGeom>
          <a:noFill/>
          <a:ln/>
        </p:spPr>
        <p:txBody>
          <a:bodyPr wrap="square" lIns="0" tIns="0" rIns="0" bIns="0" rtlCol="0" anchor="ctr"/>
          <a:lstStyle/>
          <a:p>
            <a:pPr marL="0" indent="0">
              <a:buNone/>
            </a:pPr>
            <a:r>
              <a:rPr lang="en-US" sz="900" dirty="0">
                <a:solidFill>
                  <a:srgbClr val="8A8F94"/>
                </a:solidFill>
                <a:latin typeface="Segoe UI Semibold" pitchFamily="34" charset="0"/>
                <a:ea typeface="Segoe UI Semibold" pitchFamily="34" charset="-122"/>
                <a:cs typeface="Segoe UI Semibold" pitchFamily="34" charset="-120"/>
              </a:rPr>
              <a:t>Power CAT</a:t>
            </a:r>
            <a:endParaRPr lang="en-US" sz="900" dirty="0"/>
          </a:p>
        </p:txBody>
      </p:sp>
      <p:sp>
        <p:nvSpPr>
          <p:cNvPr id="11" name="Text 8"/>
          <p:cNvSpPr/>
          <p:nvPr/>
        </p:nvSpPr>
        <p:spPr>
          <a:xfrm>
            <a:off x="10637215" y="6254496"/>
            <a:ext cx="914400" cy="274320"/>
          </a:xfrm>
          <a:prstGeom prst="rect">
            <a:avLst/>
          </a:prstGeom>
          <a:noFill/>
          <a:ln/>
        </p:spPr>
        <p:txBody>
          <a:bodyPr wrap="square" lIns="0" tIns="0" rIns="0" bIns="0" rtlCol="0" anchor="ctr"/>
          <a:lstStyle/>
          <a:p>
            <a:pPr marL="0" indent="0" algn="r">
              <a:buNone/>
            </a:pPr>
            <a:r>
              <a:rPr lang="en-US" sz="900" dirty="0">
                <a:solidFill>
                  <a:srgbClr val="8A8F94"/>
                </a:solidFill>
                <a:latin typeface="Segoe UI" pitchFamily="34" charset="0"/>
                <a:ea typeface="Segoe UI" pitchFamily="34" charset="-122"/>
                <a:cs typeface="Segoe U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BFB"/>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DA4D84"/>
          </a:solidFill>
          <a:ln/>
        </p:spPr>
        <p:txBody>
          <a:bodyPr/>
          <a:lstStyle/>
          <a:p>
            <a:endParaRPr lang="LID4096"/>
          </a:p>
        </p:txBody>
      </p:sp>
      <p:sp>
        <p:nvSpPr>
          <p:cNvPr id="3" name="Text 1"/>
          <p:cNvSpPr/>
          <p:nvPr/>
        </p:nvSpPr>
        <p:spPr>
          <a:xfrm>
            <a:off x="896112" y="502920"/>
            <a:ext cx="8229600" cy="274320"/>
          </a:xfrm>
          <a:prstGeom prst="rect">
            <a:avLst/>
          </a:prstGeom>
          <a:noFill/>
          <a:ln/>
        </p:spPr>
        <p:txBody>
          <a:bodyPr wrap="square" lIns="0" tIns="0" rIns="0" bIns="0" rtlCol="0" anchor="ctr"/>
          <a:lstStyle/>
          <a:p>
            <a:pPr marL="0" indent="0">
              <a:buNone/>
            </a:pPr>
            <a:r>
              <a:rPr lang="en-US" sz="1100" kern="0" spc="200" dirty="0">
                <a:solidFill>
                  <a:srgbClr val="DA4D84"/>
                </a:solidFill>
                <a:latin typeface="Segoe UI Semibold" pitchFamily="34" charset="0"/>
                <a:ea typeface="Segoe UI Semibold" pitchFamily="34" charset="-122"/>
                <a:cs typeface="Segoe UI Semibold" pitchFamily="34" charset="-120"/>
              </a:rPr>
              <a:t>CONTENT TYPE</a:t>
            </a:r>
            <a:endParaRPr lang="en-US" sz="1100" dirty="0"/>
          </a:p>
        </p:txBody>
      </p:sp>
      <p:sp>
        <p:nvSpPr>
          <p:cNvPr id="4" name="Text 2"/>
          <p:cNvSpPr/>
          <p:nvPr/>
        </p:nvSpPr>
        <p:spPr>
          <a:xfrm>
            <a:off x="640080" y="841248"/>
            <a:ext cx="10911535" cy="685800"/>
          </a:xfrm>
          <a:prstGeom prst="rect">
            <a:avLst/>
          </a:prstGeom>
          <a:noFill/>
          <a:ln/>
        </p:spPr>
        <p:txBody>
          <a:bodyPr wrap="square" lIns="0" tIns="0" rIns="0" bIns="0" rtlCol="0" anchor="ctr"/>
          <a:lstStyle/>
          <a:p>
            <a:pPr marL="0" indent="0">
              <a:buNone/>
            </a:pPr>
            <a:r>
              <a:rPr lang="en-US" sz="3000" b="1" dirty="0">
                <a:solidFill>
                  <a:srgbClr val="323232"/>
                </a:solidFill>
                <a:latin typeface="Segoe UI Semibold" pitchFamily="34" charset="0"/>
                <a:ea typeface="Segoe UI Semibold" pitchFamily="34" charset="-122"/>
                <a:cs typeface="Segoe UI Semibold" pitchFamily="34" charset="-120"/>
              </a:rPr>
              <a:t>Key points</a:t>
            </a:r>
            <a:endParaRPr lang="en-US" sz="3000" dirty="0"/>
          </a:p>
        </p:txBody>
      </p:sp>
      <p:sp>
        <p:nvSpPr>
          <p:cNvPr id="5" name="Shape 3"/>
          <p:cNvSpPr/>
          <p:nvPr/>
        </p:nvSpPr>
        <p:spPr>
          <a:xfrm>
            <a:off x="640080" y="2011680"/>
            <a:ext cx="3511296" cy="3108960"/>
          </a:xfrm>
          <a:prstGeom prst="rect">
            <a:avLst/>
          </a:prstGeom>
          <a:solidFill>
            <a:srgbClr val="FFFFFF"/>
          </a:solidFill>
          <a:ln w="12700">
            <a:solidFill>
              <a:srgbClr val="E2E4E6"/>
            </a:solidFill>
            <a:prstDash val="solid"/>
          </a:ln>
          <a:effectLst>
            <a:outerShdw blurRad="101600" dist="38100" dir="5400000" algn="bl" rotWithShape="0">
              <a:srgbClr val="000000">
                <a:alpha val="8000"/>
              </a:srgbClr>
            </a:outerShdw>
          </a:effectLst>
        </p:spPr>
        <p:txBody>
          <a:bodyPr/>
          <a:lstStyle/>
          <a:p>
            <a:endParaRPr lang="LID4096"/>
          </a:p>
        </p:txBody>
      </p:sp>
      <p:sp>
        <p:nvSpPr>
          <p:cNvPr id="6" name="Shape 4"/>
          <p:cNvSpPr/>
          <p:nvPr/>
        </p:nvSpPr>
        <p:spPr>
          <a:xfrm>
            <a:off x="1005840" y="2377440"/>
            <a:ext cx="822960" cy="822960"/>
          </a:xfrm>
          <a:prstGeom prst="ellipse">
            <a:avLst/>
          </a:prstGeom>
          <a:solidFill>
            <a:srgbClr val="DA4D84"/>
          </a:solidFill>
          <a:ln/>
        </p:spPr>
        <p:txBody>
          <a:bodyPr/>
          <a:lstStyle/>
          <a:p>
            <a:endParaRPr lang="LID4096"/>
          </a:p>
        </p:txBody>
      </p:sp>
      <p:sp>
        <p:nvSpPr>
          <p:cNvPr id="7" name="Text 5"/>
          <p:cNvSpPr/>
          <p:nvPr/>
        </p:nvSpPr>
        <p:spPr>
          <a:xfrm>
            <a:off x="1005840" y="237744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Segoe UI Semibold" pitchFamily="34" charset="0"/>
                <a:ea typeface="Segoe UI Semibold" pitchFamily="34" charset="-122"/>
                <a:cs typeface="Segoe UI Semibold" pitchFamily="34" charset="-120"/>
              </a:rPr>
              <a:t>1</a:t>
            </a:r>
            <a:endParaRPr lang="en-US" sz="2600" dirty="0"/>
          </a:p>
        </p:txBody>
      </p:sp>
      <p:sp>
        <p:nvSpPr>
          <p:cNvPr id="8" name="Text 6"/>
          <p:cNvSpPr/>
          <p:nvPr/>
        </p:nvSpPr>
        <p:spPr>
          <a:xfrm>
            <a:off x="1005840" y="3383280"/>
            <a:ext cx="2834640" cy="457200"/>
          </a:xfrm>
          <a:prstGeom prst="rect">
            <a:avLst/>
          </a:prstGeom>
          <a:noFill/>
          <a:ln/>
        </p:spPr>
        <p:txBody>
          <a:bodyPr wrap="square" lIns="0" tIns="0" rIns="0" bIns="0" rtlCol="0" anchor="ctr"/>
          <a:lstStyle/>
          <a:p>
            <a:pPr marL="0" indent="0">
              <a:buNone/>
            </a:pPr>
            <a:r>
              <a:rPr lang="en-US" sz="1900" b="1" dirty="0">
                <a:solidFill>
                  <a:srgbClr val="323232"/>
                </a:solidFill>
                <a:latin typeface="Segoe UI Semibold" pitchFamily="34" charset="0"/>
                <a:ea typeface="Segoe UI Semibold" pitchFamily="34" charset="-122"/>
                <a:cs typeface="Segoe UI Semibold" pitchFamily="34" charset="-120"/>
              </a:rPr>
              <a:t>Simple</a:t>
            </a:r>
            <a:endParaRPr lang="en-US" sz="1900" dirty="0"/>
          </a:p>
        </p:txBody>
      </p:sp>
      <p:sp>
        <p:nvSpPr>
          <p:cNvPr id="9" name="Text 7"/>
          <p:cNvSpPr/>
          <p:nvPr/>
        </p:nvSpPr>
        <p:spPr>
          <a:xfrm>
            <a:off x="1005840" y="3886200"/>
            <a:ext cx="2834640" cy="1097280"/>
          </a:xfrm>
          <a:prstGeom prst="rect">
            <a:avLst/>
          </a:prstGeom>
          <a:noFill/>
          <a:ln/>
        </p:spPr>
        <p:txBody>
          <a:bodyPr wrap="square" lIns="0" tIns="0" rIns="0" bIns="0" rtlCol="0" anchor="ctr"/>
          <a:lstStyle/>
          <a:p>
            <a:pPr marL="0" indent="0">
              <a:lnSpc>
                <a:spcPct val="120000"/>
              </a:lnSpc>
              <a:buNone/>
            </a:pPr>
            <a:r>
              <a:rPr lang="en-US" sz="1350" dirty="0">
                <a:solidFill>
                  <a:srgbClr val="4A4F54"/>
                </a:solidFill>
                <a:latin typeface="Segoe UI" pitchFamily="34" charset="0"/>
                <a:ea typeface="Segoe UI" pitchFamily="34" charset="-122"/>
                <a:cs typeface="Segoe UI" pitchFamily="34" charset="-120"/>
              </a:rPr>
              <a:t>Strip every idea back to its essential, memorable core.</a:t>
            </a:r>
            <a:endParaRPr lang="en-US" sz="1350" dirty="0"/>
          </a:p>
        </p:txBody>
      </p:sp>
      <p:sp>
        <p:nvSpPr>
          <p:cNvPr id="10" name="Shape 8"/>
          <p:cNvSpPr/>
          <p:nvPr/>
        </p:nvSpPr>
        <p:spPr>
          <a:xfrm>
            <a:off x="4370832" y="2011680"/>
            <a:ext cx="3511296" cy="3108960"/>
          </a:xfrm>
          <a:prstGeom prst="rect">
            <a:avLst/>
          </a:prstGeom>
          <a:solidFill>
            <a:srgbClr val="FFFFFF"/>
          </a:solidFill>
          <a:ln w="12700">
            <a:solidFill>
              <a:srgbClr val="E2E4E6"/>
            </a:solidFill>
            <a:prstDash val="solid"/>
          </a:ln>
          <a:effectLst>
            <a:outerShdw blurRad="101600" dist="38100" dir="5400000" algn="bl" rotWithShape="0">
              <a:srgbClr val="000000">
                <a:alpha val="8000"/>
              </a:srgbClr>
            </a:outerShdw>
          </a:effectLst>
        </p:spPr>
        <p:txBody>
          <a:bodyPr/>
          <a:lstStyle/>
          <a:p>
            <a:endParaRPr lang="LID4096"/>
          </a:p>
        </p:txBody>
      </p:sp>
      <p:sp>
        <p:nvSpPr>
          <p:cNvPr id="11" name="Shape 9"/>
          <p:cNvSpPr/>
          <p:nvPr/>
        </p:nvSpPr>
        <p:spPr>
          <a:xfrm>
            <a:off x="4736592" y="2377440"/>
            <a:ext cx="822960" cy="822960"/>
          </a:xfrm>
          <a:prstGeom prst="ellipse">
            <a:avLst/>
          </a:prstGeom>
          <a:solidFill>
            <a:srgbClr val="DA4D84"/>
          </a:solidFill>
          <a:ln/>
        </p:spPr>
        <p:txBody>
          <a:bodyPr/>
          <a:lstStyle/>
          <a:p>
            <a:endParaRPr lang="LID4096"/>
          </a:p>
        </p:txBody>
      </p:sp>
      <p:sp>
        <p:nvSpPr>
          <p:cNvPr id="12" name="Text 10"/>
          <p:cNvSpPr/>
          <p:nvPr/>
        </p:nvSpPr>
        <p:spPr>
          <a:xfrm>
            <a:off x="4736592" y="237744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Segoe UI Semibold" pitchFamily="34" charset="0"/>
                <a:ea typeface="Segoe UI Semibold" pitchFamily="34" charset="-122"/>
                <a:cs typeface="Segoe UI Semibold" pitchFamily="34" charset="-120"/>
              </a:rPr>
              <a:t>2</a:t>
            </a:r>
            <a:endParaRPr lang="en-US" sz="2600" dirty="0"/>
          </a:p>
        </p:txBody>
      </p:sp>
      <p:sp>
        <p:nvSpPr>
          <p:cNvPr id="13" name="Text 11"/>
          <p:cNvSpPr/>
          <p:nvPr/>
        </p:nvSpPr>
        <p:spPr>
          <a:xfrm>
            <a:off x="4736592" y="3383280"/>
            <a:ext cx="2834640" cy="457200"/>
          </a:xfrm>
          <a:prstGeom prst="rect">
            <a:avLst/>
          </a:prstGeom>
          <a:noFill/>
          <a:ln/>
        </p:spPr>
        <p:txBody>
          <a:bodyPr wrap="square" lIns="0" tIns="0" rIns="0" bIns="0" rtlCol="0" anchor="ctr"/>
          <a:lstStyle/>
          <a:p>
            <a:pPr marL="0" indent="0">
              <a:buNone/>
            </a:pPr>
            <a:r>
              <a:rPr lang="en-US" sz="1900" b="1" dirty="0">
                <a:solidFill>
                  <a:srgbClr val="323232"/>
                </a:solidFill>
                <a:latin typeface="Segoe UI Semibold" pitchFamily="34" charset="0"/>
                <a:ea typeface="Segoe UI Semibold" pitchFamily="34" charset="-122"/>
                <a:cs typeface="Segoe UI Semibold" pitchFamily="34" charset="-120"/>
              </a:rPr>
              <a:t>Consistent</a:t>
            </a:r>
            <a:endParaRPr lang="en-US" sz="1900" dirty="0"/>
          </a:p>
        </p:txBody>
      </p:sp>
      <p:sp>
        <p:nvSpPr>
          <p:cNvPr id="14" name="Text 12"/>
          <p:cNvSpPr/>
          <p:nvPr/>
        </p:nvSpPr>
        <p:spPr>
          <a:xfrm>
            <a:off x="4736592" y="3886200"/>
            <a:ext cx="2834640" cy="1097280"/>
          </a:xfrm>
          <a:prstGeom prst="rect">
            <a:avLst/>
          </a:prstGeom>
          <a:noFill/>
          <a:ln/>
        </p:spPr>
        <p:txBody>
          <a:bodyPr wrap="square" lIns="0" tIns="0" rIns="0" bIns="0" rtlCol="0" anchor="ctr"/>
          <a:lstStyle/>
          <a:p>
            <a:pPr marL="0" indent="0">
              <a:lnSpc>
                <a:spcPct val="120000"/>
              </a:lnSpc>
              <a:buNone/>
            </a:pPr>
            <a:r>
              <a:rPr lang="en-US" sz="1350" dirty="0">
                <a:solidFill>
                  <a:srgbClr val="4A4F54"/>
                </a:solidFill>
                <a:latin typeface="Segoe UI" pitchFamily="34" charset="0"/>
                <a:ea typeface="Segoe UI" pitchFamily="34" charset="-122"/>
                <a:cs typeface="Segoe UI" pitchFamily="34" charset="-120"/>
              </a:rPr>
              <a:t>Repeat the same visual motif on every slide for cohesion.</a:t>
            </a:r>
            <a:endParaRPr lang="en-US" sz="1350" dirty="0"/>
          </a:p>
        </p:txBody>
      </p:sp>
      <p:sp>
        <p:nvSpPr>
          <p:cNvPr id="15" name="Shape 13"/>
          <p:cNvSpPr/>
          <p:nvPr/>
        </p:nvSpPr>
        <p:spPr>
          <a:xfrm>
            <a:off x="8101584" y="2011680"/>
            <a:ext cx="3511296" cy="3108960"/>
          </a:xfrm>
          <a:prstGeom prst="rect">
            <a:avLst/>
          </a:prstGeom>
          <a:solidFill>
            <a:srgbClr val="FFFFFF"/>
          </a:solidFill>
          <a:ln w="12700">
            <a:solidFill>
              <a:srgbClr val="E2E4E6"/>
            </a:solidFill>
            <a:prstDash val="solid"/>
          </a:ln>
          <a:effectLst>
            <a:outerShdw blurRad="101600" dist="38100" dir="5400000" algn="bl" rotWithShape="0">
              <a:srgbClr val="000000">
                <a:alpha val="8000"/>
              </a:srgbClr>
            </a:outerShdw>
          </a:effectLst>
        </p:spPr>
        <p:txBody>
          <a:bodyPr/>
          <a:lstStyle/>
          <a:p>
            <a:endParaRPr lang="LID4096"/>
          </a:p>
        </p:txBody>
      </p:sp>
      <p:sp>
        <p:nvSpPr>
          <p:cNvPr id="16" name="Shape 14"/>
          <p:cNvSpPr/>
          <p:nvPr/>
        </p:nvSpPr>
        <p:spPr>
          <a:xfrm>
            <a:off x="8467344" y="2377440"/>
            <a:ext cx="822960" cy="822960"/>
          </a:xfrm>
          <a:prstGeom prst="ellipse">
            <a:avLst/>
          </a:prstGeom>
          <a:solidFill>
            <a:srgbClr val="DA4D84"/>
          </a:solidFill>
          <a:ln/>
        </p:spPr>
        <p:txBody>
          <a:bodyPr/>
          <a:lstStyle/>
          <a:p>
            <a:endParaRPr lang="LID4096"/>
          </a:p>
        </p:txBody>
      </p:sp>
      <p:sp>
        <p:nvSpPr>
          <p:cNvPr id="17" name="Text 15"/>
          <p:cNvSpPr/>
          <p:nvPr/>
        </p:nvSpPr>
        <p:spPr>
          <a:xfrm>
            <a:off x="8467344" y="2377440"/>
            <a:ext cx="822960" cy="822960"/>
          </a:xfrm>
          <a:prstGeom prst="rect">
            <a:avLst/>
          </a:prstGeom>
          <a:noFill/>
          <a:ln/>
        </p:spPr>
        <p:txBody>
          <a:bodyPr wrap="square" lIns="0" tIns="0" rIns="0" bIns="0" rtlCol="0" anchor="ctr"/>
          <a:lstStyle/>
          <a:p>
            <a:pPr marL="0" indent="0" algn="ctr">
              <a:buNone/>
            </a:pPr>
            <a:r>
              <a:rPr lang="en-US" sz="2600" b="1" dirty="0">
                <a:solidFill>
                  <a:srgbClr val="FFFFFF"/>
                </a:solidFill>
                <a:latin typeface="Segoe UI Semibold" pitchFamily="34" charset="0"/>
                <a:ea typeface="Segoe UI Semibold" pitchFamily="34" charset="-122"/>
                <a:cs typeface="Segoe UI Semibold" pitchFamily="34" charset="-120"/>
              </a:rPr>
              <a:t>3</a:t>
            </a:r>
            <a:endParaRPr lang="en-US" sz="2600" dirty="0"/>
          </a:p>
        </p:txBody>
      </p:sp>
      <p:sp>
        <p:nvSpPr>
          <p:cNvPr id="18" name="Text 16"/>
          <p:cNvSpPr/>
          <p:nvPr/>
        </p:nvSpPr>
        <p:spPr>
          <a:xfrm>
            <a:off x="8467344" y="3383280"/>
            <a:ext cx="2834640" cy="457200"/>
          </a:xfrm>
          <a:prstGeom prst="rect">
            <a:avLst/>
          </a:prstGeom>
          <a:noFill/>
          <a:ln/>
        </p:spPr>
        <p:txBody>
          <a:bodyPr wrap="square" lIns="0" tIns="0" rIns="0" bIns="0" rtlCol="0" anchor="ctr"/>
          <a:lstStyle/>
          <a:p>
            <a:pPr marL="0" indent="0">
              <a:buNone/>
            </a:pPr>
            <a:r>
              <a:rPr lang="en-US" sz="1900" b="1" dirty="0">
                <a:solidFill>
                  <a:srgbClr val="323232"/>
                </a:solidFill>
                <a:latin typeface="Segoe UI Semibold" pitchFamily="34" charset="0"/>
                <a:ea typeface="Segoe UI Semibold" pitchFamily="34" charset="-122"/>
                <a:cs typeface="Segoe UI Semibold" pitchFamily="34" charset="-120"/>
              </a:rPr>
              <a:t>Branded</a:t>
            </a:r>
            <a:endParaRPr lang="en-US" sz="1900" dirty="0"/>
          </a:p>
        </p:txBody>
      </p:sp>
      <p:sp>
        <p:nvSpPr>
          <p:cNvPr id="19" name="Text 17"/>
          <p:cNvSpPr/>
          <p:nvPr/>
        </p:nvSpPr>
        <p:spPr>
          <a:xfrm>
            <a:off x="8467344" y="3886200"/>
            <a:ext cx="2834640" cy="1097280"/>
          </a:xfrm>
          <a:prstGeom prst="rect">
            <a:avLst/>
          </a:prstGeom>
          <a:noFill/>
          <a:ln/>
        </p:spPr>
        <p:txBody>
          <a:bodyPr wrap="square" lIns="0" tIns="0" rIns="0" bIns="0" rtlCol="0" anchor="ctr"/>
          <a:lstStyle/>
          <a:p>
            <a:pPr marL="0" indent="0">
              <a:lnSpc>
                <a:spcPct val="120000"/>
              </a:lnSpc>
              <a:buNone/>
            </a:pPr>
            <a:r>
              <a:rPr lang="en-US" sz="1350" dirty="0">
                <a:solidFill>
                  <a:srgbClr val="4A4F54"/>
                </a:solidFill>
                <a:latin typeface="Segoe UI" pitchFamily="34" charset="0"/>
                <a:ea typeface="Segoe UI" pitchFamily="34" charset="-122"/>
                <a:cs typeface="Segoe UI" pitchFamily="34" charset="-120"/>
              </a:rPr>
              <a:t>Lean on the Power CAT palette, logo and clear space rules.</a:t>
            </a:r>
            <a:endParaRPr lang="en-US" sz="1350" dirty="0"/>
          </a:p>
        </p:txBody>
      </p:sp>
      <p:pic>
        <p:nvPicPr>
          <p:cNvPr id="20" name="Image 0" descr="C:\Users\ifain\OneDrive - Microsoft\Documents\Microsoft Scout\_brandwork\assets\sym_dark.png"/>
          <p:cNvPicPr>
            <a:picLocks noChangeAspect="1"/>
          </p:cNvPicPr>
          <p:nvPr/>
        </p:nvPicPr>
        <p:blipFill>
          <a:blip r:embed="rId3"/>
          <a:stretch>
            <a:fillRect/>
          </a:stretch>
        </p:blipFill>
        <p:spPr>
          <a:xfrm>
            <a:off x="640080" y="6291072"/>
            <a:ext cx="237744" cy="182880"/>
          </a:xfrm>
          <a:prstGeom prst="rect">
            <a:avLst/>
          </a:prstGeom>
        </p:spPr>
      </p:pic>
      <p:sp>
        <p:nvSpPr>
          <p:cNvPr id="21" name="Text 18"/>
          <p:cNvSpPr/>
          <p:nvPr/>
        </p:nvSpPr>
        <p:spPr>
          <a:xfrm>
            <a:off x="932688" y="6254496"/>
            <a:ext cx="2743200" cy="274320"/>
          </a:xfrm>
          <a:prstGeom prst="rect">
            <a:avLst/>
          </a:prstGeom>
          <a:noFill/>
          <a:ln/>
        </p:spPr>
        <p:txBody>
          <a:bodyPr wrap="square" lIns="0" tIns="0" rIns="0" bIns="0" rtlCol="0" anchor="ctr"/>
          <a:lstStyle/>
          <a:p>
            <a:pPr marL="0" indent="0">
              <a:buNone/>
            </a:pPr>
            <a:r>
              <a:rPr lang="en-US" sz="900" dirty="0">
                <a:solidFill>
                  <a:srgbClr val="8A8F94"/>
                </a:solidFill>
                <a:latin typeface="Segoe UI Semibold" pitchFamily="34" charset="0"/>
                <a:ea typeface="Segoe UI Semibold" pitchFamily="34" charset="-122"/>
                <a:cs typeface="Segoe UI Semibold" pitchFamily="34" charset="-120"/>
              </a:rPr>
              <a:t>Power CAT</a:t>
            </a:r>
            <a:endParaRPr lang="en-US" sz="900" dirty="0"/>
          </a:p>
        </p:txBody>
      </p:sp>
      <p:sp>
        <p:nvSpPr>
          <p:cNvPr id="22" name="Text 19"/>
          <p:cNvSpPr/>
          <p:nvPr/>
        </p:nvSpPr>
        <p:spPr>
          <a:xfrm>
            <a:off x="10637215" y="6254496"/>
            <a:ext cx="914400" cy="274320"/>
          </a:xfrm>
          <a:prstGeom prst="rect">
            <a:avLst/>
          </a:prstGeom>
          <a:noFill/>
          <a:ln/>
        </p:spPr>
        <p:txBody>
          <a:bodyPr wrap="square" lIns="0" tIns="0" rIns="0" bIns="0" rtlCol="0" anchor="ctr"/>
          <a:lstStyle/>
          <a:p>
            <a:pPr marL="0" indent="0" algn="r">
              <a:buNone/>
            </a:pPr>
            <a:r>
              <a:rPr lang="en-US" sz="900" dirty="0">
                <a:solidFill>
                  <a:srgbClr val="8A8F94"/>
                </a:solidFill>
                <a:latin typeface="Segoe UI" pitchFamily="34" charset="0"/>
                <a:ea typeface="Segoe UI" pitchFamily="34" charset="-122"/>
                <a:cs typeface="Segoe U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323232"/>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DA4D84"/>
          </a:solidFill>
          <a:ln/>
        </p:spPr>
        <p:txBody>
          <a:bodyPr/>
          <a:lstStyle/>
          <a:p>
            <a:endParaRPr lang="LID4096"/>
          </a:p>
        </p:txBody>
      </p:sp>
      <p:sp>
        <p:nvSpPr>
          <p:cNvPr id="3" name="Text 1"/>
          <p:cNvSpPr/>
          <p:nvPr/>
        </p:nvSpPr>
        <p:spPr>
          <a:xfrm>
            <a:off x="896112" y="502920"/>
            <a:ext cx="8229600" cy="274320"/>
          </a:xfrm>
          <a:prstGeom prst="rect">
            <a:avLst/>
          </a:prstGeom>
          <a:noFill/>
          <a:ln/>
        </p:spPr>
        <p:txBody>
          <a:bodyPr wrap="square" lIns="0" tIns="0" rIns="0" bIns="0" rtlCol="0" anchor="ctr"/>
          <a:lstStyle/>
          <a:p>
            <a:pPr marL="0" indent="0">
              <a:buNone/>
            </a:pPr>
            <a:r>
              <a:rPr lang="en-US" sz="1100" kern="0" spc="200" dirty="0">
                <a:solidFill>
                  <a:srgbClr val="DA4D84"/>
                </a:solidFill>
                <a:latin typeface="Segoe UI Semibold" pitchFamily="34" charset="0"/>
                <a:ea typeface="Segoe UI Semibold" pitchFamily="34" charset="-122"/>
                <a:cs typeface="Segoe UI Semibold" pitchFamily="34" charset="-120"/>
              </a:rPr>
              <a:t>BY THE NUMBERS</a:t>
            </a:r>
            <a:endParaRPr lang="en-US" sz="1100" dirty="0"/>
          </a:p>
        </p:txBody>
      </p:sp>
      <p:sp>
        <p:nvSpPr>
          <p:cNvPr id="4" name="Text 2"/>
          <p:cNvSpPr/>
          <p:nvPr/>
        </p:nvSpPr>
        <p:spPr>
          <a:xfrm>
            <a:off x="640080" y="841248"/>
            <a:ext cx="9144000" cy="685800"/>
          </a:xfrm>
          <a:prstGeom prst="rect">
            <a:avLst/>
          </a:prstGeom>
          <a:noFill/>
          <a:ln/>
        </p:spPr>
        <p:txBody>
          <a:bodyPr wrap="square" lIns="0" tIns="0" rIns="0" bIns="0" rtlCol="0" anchor="ctr"/>
          <a:lstStyle/>
          <a:p>
            <a:pPr marL="0" indent="0">
              <a:buNone/>
            </a:pPr>
            <a:r>
              <a:rPr lang="en-US" sz="3000" b="1" dirty="0">
                <a:solidFill>
                  <a:srgbClr val="FAFBFB"/>
                </a:solidFill>
                <a:latin typeface="Segoe UI Semibold" pitchFamily="34" charset="0"/>
                <a:ea typeface="Segoe UI Semibold" pitchFamily="34" charset="-122"/>
                <a:cs typeface="Segoe UI Semibold" pitchFamily="34" charset="-120"/>
              </a:rPr>
              <a:t>Stat callouts</a:t>
            </a:r>
            <a:endParaRPr lang="en-US" sz="3000" dirty="0"/>
          </a:p>
        </p:txBody>
      </p:sp>
      <p:sp>
        <p:nvSpPr>
          <p:cNvPr id="5" name="Text 3"/>
          <p:cNvSpPr/>
          <p:nvPr/>
        </p:nvSpPr>
        <p:spPr>
          <a:xfrm>
            <a:off x="640080" y="2286000"/>
            <a:ext cx="3511296" cy="1280160"/>
          </a:xfrm>
          <a:prstGeom prst="rect">
            <a:avLst/>
          </a:prstGeom>
          <a:noFill/>
          <a:ln/>
        </p:spPr>
        <p:txBody>
          <a:bodyPr wrap="square" lIns="0" tIns="0" rIns="0" bIns="0" rtlCol="0" anchor="ctr"/>
          <a:lstStyle/>
          <a:p>
            <a:pPr marL="0" indent="0">
              <a:buNone/>
            </a:pPr>
            <a:r>
              <a:rPr lang="en-US" sz="6400" dirty="0">
                <a:solidFill>
                  <a:srgbClr val="FAFBFB"/>
                </a:solidFill>
                <a:latin typeface="Segoe UI Light" pitchFamily="34" charset="0"/>
                <a:ea typeface="Segoe UI Light" pitchFamily="34" charset="-122"/>
                <a:cs typeface="Segoe UI Light" pitchFamily="34" charset="-120"/>
              </a:rPr>
              <a:t>98%</a:t>
            </a:r>
            <a:endParaRPr lang="en-US" sz="6400" dirty="0"/>
          </a:p>
        </p:txBody>
      </p:sp>
      <p:sp>
        <p:nvSpPr>
          <p:cNvPr id="6" name="Text 4"/>
          <p:cNvSpPr/>
          <p:nvPr/>
        </p:nvSpPr>
        <p:spPr>
          <a:xfrm>
            <a:off x="640080" y="3611880"/>
            <a:ext cx="3383280" cy="731520"/>
          </a:xfrm>
          <a:prstGeom prst="rect">
            <a:avLst/>
          </a:prstGeom>
          <a:noFill/>
          <a:ln/>
        </p:spPr>
        <p:txBody>
          <a:bodyPr wrap="square" lIns="0" tIns="0" rIns="0" bIns="0" rtlCol="0" anchor="ctr"/>
          <a:lstStyle/>
          <a:p>
            <a:pPr marL="0" indent="0">
              <a:buNone/>
            </a:pPr>
            <a:r>
              <a:rPr lang="en-US" sz="1500" dirty="0">
                <a:solidFill>
                  <a:srgbClr val="C9CDD0"/>
                </a:solidFill>
                <a:latin typeface="Segoe UI" pitchFamily="34" charset="0"/>
                <a:ea typeface="Segoe UI" pitchFamily="34" charset="-122"/>
                <a:cs typeface="Segoe UI" pitchFamily="34" charset="-120"/>
              </a:rPr>
              <a:t>adoption across teams</a:t>
            </a:r>
            <a:endParaRPr lang="en-US" sz="1500" dirty="0"/>
          </a:p>
        </p:txBody>
      </p:sp>
      <p:sp>
        <p:nvSpPr>
          <p:cNvPr id="7" name="Shape 5"/>
          <p:cNvSpPr/>
          <p:nvPr/>
        </p:nvSpPr>
        <p:spPr>
          <a:xfrm>
            <a:off x="4251960" y="2468880"/>
            <a:ext cx="0" cy="1554480"/>
          </a:xfrm>
          <a:prstGeom prst="line">
            <a:avLst/>
          </a:prstGeom>
          <a:noFill/>
          <a:ln w="12700">
            <a:solidFill>
              <a:srgbClr val="4A4F54"/>
            </a:solidFill>
            <a:prstDash val="solid"/>
          </a:ln>
        </p:spPr>
        <p:txBody>
          <a:bodyPr/>
          <a:lstStyle/>
          <a:p>
            <a:endParaRPr lang="LID4096"/>
          </a:p>
        </p:txBody>
      </p:sp>
      <p:sp>
        <p:nvSpPr>
          <p:cNvPr id="8" name="Text 6"/>
          <p:cNvSpPr/>
          <p:nvPr/>
        </p:nvSpPr>
        <p:spPr>
          <a:xfrm>
            <a:off x="4370832" y="2286000"/>
            <a:ext cx="3511296" cy="1280160"/>
          </a:xfrm>
          <a:prstGeom prst="rect">
            <a:avLst/>
          </a:prstGeom>
          <a:noFill/>
          <a:ln/>
        </p:spPr>
        <p:txBody>
          <a:bodyPr wrap="square" lIns="0" tIns="0" rIns="0" bIns="0" rtlCol="0" anchor="ctr"/>
          <a:lstStyle/>
          <a:p>
            <a:pPr marL="0" indent="0">
              <a:buNone/>
            </a:pPr>
            <a:r>
              <a:rPr lang="en-US" sz="6400" dirty="0">
                <a:solidFill>
                  <a:srgbClr val="DA4D84"/>
                </a:solidFill>
                <a:latin typeface="Segoe UI Light" pitchFamily="34" charset="0"/>
                <a:ea typeface="Segoe UI Light" pitchFamily="34" charset="-122"/>
                <a:cs typeface="Segoe UI Light" pitchFamily="34" charset="-120"/>
              </a:rPr>
              <a:t>3.2x</a:t>
            </a:r>
            <a:endParaRPr lang="en-US" sz="6400" dirty="0"/>
          </a:p>
        </p:txBody>
      </p:sp>
      <p:sp>
        <p:nvSpPr>
          <p:cNvPr id="9" name="Text 7"/>
          <p:cNvSpPr/>
          <p:nvPr/>
        </p:nvSpPr>
        <p:spPr>
          <a:xfrm>
            <a:off x="4370832" y="3611880"/>
            <a:ext cx="3383280" cy="731520"/>
          </a:xfrm>
          <a:prstGeom prst="rect">
            <a:avLst/>
          </a:prstGeom>
          <a:noFill/>
          <a:ln/>
        </p:spPr>
        <p:txBody>
          <a:bodyPr wrap="square" lIns="0" tIns="0" rIns="0" bIns="0" rtlCol="0" anchor="ctr"/>
          <a:lstStyle/>
          <a:p>
            <a:pPr marL="0" indent="0">
              <a:buNone/>
            </a:pPr>
            <a:r>
              <a:rPr lang="en-US" sz="1500" dirty="0">
                <a:solidFill>
                  <a:srgbClr val="C9CDD0"/>
                </a:solidFill>
                <a:latin typeface="Segoe UI" pitchFamily="34" charset="0"/>
                <a:ea typeface="Segoe UI" pitchFamily="34" charset="-122"/>
                <a:cs typeface="Segoe UI" pitchFamily="34" charset="-120"/>
              </a:rPr>
              <a:t>faster delivery cycle</a:t>
            </a:r>
            <a:endParaRPr lang="en-US" sz="1500" dirty="0"/>
          </a:p>
        </p:txBody>
      </p:sp>
      <p:sp>
        <p:nvSpPr>
          <p:cNvPr id="10" name="Shape 8"/>
          <p:cNvSpPr/>
          <p:nvPr/>
        </p:nvSpPr>
        <p:spPr>
          <a:xfrm>
            <a:off x="7982712" y="2468880"/>
            <a:ext cx="0" cy="1554480"/>
          </a:xfrm>
          <a:prstGeom prst="line">
            <a:avLst/>
          </a:prstGeom>
          <a:noFill/>
          <a:ln w="12700">
            <a:solidFill>
              <a:srgbClr val="4A4F54"/>
            </a:solidFill>
            <a:prstDash val="solid"/>
          </a:ln>
        </p:spPr>
        <p:txBody>
          <a:bodyPr/>
          <a:lstStyle/>
          <a:p>
            <a:endParaRPr lang="LID4096"/>
          </a:p>
        </p:txBody>
      </p:sp>
      <p:sp>
        <p:nvSpPr>
          <p:cNvPr id="11" name="Text 9"/>
          <p:cNvSpPr/>
          <p:nvPr/>
        </p:nvSpPr>
        <p:spPr>
          <a:xfrm>
            <a:off x="8101584" y="2286000"/>
            <a:ext cx="3511296" cy="1280160"/>
          </a:xfrm>
          <a:prstGeom prst="rect">
            <a:avLst/>
          </a:prstGeom>
          <a:noFill/>
          <a:ln/>
        </p:spPr>
        <p:txBody>
          <a:bodyPr wrap="square" lIns="0" tIns="0" rIns="0" bIns="0" rtlCol="0" anchor="ctr"/>
          <a:lstStyle/>
          <a:p>
            <a:pPr marL="0" indent="0">
              <a:buNone/>
            </a:pPr>
            <a:r>
              <a:rPr lang="en-US" sz="6400" dirty="0">
                <a:solidFill>
                  <a:srgbClr val="FAFBFB"/>
                </a:solidFill>
                <a:latin typeface="Segoe UI Light" pitchFamily="34" charset="0"/>
                <a:ea typeface="Segoe UI Light" pitchFamily="34" charset="-122"/>
                <a:cs typeface="Segoe UI Light" pitchFamily="34" charset="-120"/>
              </a:rPr>
              <a:t>+450</a:t>
            </a:r>
            <a:endParaRPr lang="en-US" sz="6400" dirty="0"/>
          </a:p>
        </p:txBody>
      </p:sp>
      <p:sp>
        <p:nvSpPr>
          <p:cNvPr id="12" name="Text 10"/>
          <p:cNvSpPr/>
          <p:nvPr/>
        </p:nvSpPr>
        <p:spPr>
          <a:xfrm>
            <a:off x="8101584" y="3611880"/>
            <a:ext cx="3383280" cy="731520"/>
          </a:xfrm>
          <a:prstGeom prst="rect">
            <a:avLst/>
          </a:prstGeom>
          <a:noFill/>
          <a:ln/>
        </p:spPr>
        <p:txBody>
          <a:bodyPr wrap="square" lIns="0" tIns="0" rIns="0" bIns="0" rtlCol="0" anchor="ctr"/>
          <a:lstStyle/>
          <a:p>
            <a:pPr marL="0" indent="0">
              <a:buNone/>
            </a:pPr>
            <a:r>
              <a:rPr lang="en-US" sz="1500" dirty="0">
                <a:solidFill>
                  <a:srgbClr val="C9CDD0"/>
                </a:solidFill>
                <a:latin typeface="Segoe UI" pitchFamily="34" charset="0"/>
                <a:ea typeface="Segoe UI" pitchFamily="34" charset="-122"/>
                <a:cs typeface="Segoe UI" pitchFamily="34" charset="-120"/>
              </a:rPr>
              <a:t>makers enabled</a:t>
            </a:r>
            <a:endParaRPr lang="en-US" sz="1500" dirty="0"/>
          </a:p>
        </p:txBody>
      </p:sp>
      <p:pic>
        <p:nvPicPr>
          <p:cNvPr id="13" name="Image 0" descr="C:\Users\ifain\OneDrive - Microsoft\Documents\Microsoft Scout\_brandwork\assets\sym_light.png"/>
          <p:cNvPicPr>
            <a:picLocks noChangeAspect="1"/>
          </p:cNvPicPr>
          <p:nvPr/>
        </p:nvPicPr>
        <p:blipFill>
          <a:blip r:embed="rId3"/>
          <a:stretch>
            <a:fillRect/>
          </a:stretch>
        </p:blipFill>
        <p:spPr>
          <a:xfrm>
            <a:off x="640080" y="6291072"/>
            <a:ext cx="237744" cy="182880"/>
          </a:xfrm>
          <a:prstGeom prst="rect">
            <a:avLst/>
          </a:prstGeom>
        </p:spPr>
      </p:pic>
      <p:sp>
        <p:nvSpPr>
          <p:cNvPr id="14" name="Text 11"/>
          <p:cNvSpPr/>
          <p:nvPr/>
        </p:nvSpPr>
        <p:spPr>
          <a:xfrm>
            <a:off x="932688" y="6254496"/>
            <a:ext cx="2743200" cy="274320"/>
          </a:xfrm>
          <a:prstGeom prst="rect">
            <a:avLst/>
          </a:prstGeom>
          <a:noFill/>
          <a:ln/>
        </p:spPr>
        <p:txBody>
          <a:bodyPr wrap="square" lIns="0" tIns="0" rIns="0" bIns="0" rtlCol="0" anchor="ctr"/>
          <a:lstStyle/>
          <a:p>
            <a:pPr marL="0" indent="0">
              <a:buNone/>
            </a:pPr>
            <a:r>
              <a:rPr lang="en-US" sz="900" dirty="0">
                <a:solidFill>
                  <a:srgbClr val="FAFBFB"/>
                </a:solidFill>
                <a:latin typeface="Segoe UI Semibold" pitchFamily="34" charset="0"/>
                <a:ea typeface="Segoe UI Semibold" pitchFamily="34" charset="-122"/>
                <a:cs typeface="Segoe UI Semibold" pitchFamily="34" charset="-120"/>
              </a:rPr>
              <a:t>Power CAT</a:t>
            </a:r>
            <a:endParaRPr lang="en-US" sz="900" dirty="0"/>
          </a:p>
        </p:txBody>
      </p:sp>
      <p:sp>
        <p:nvSpPr>
          <p:cNvPr id="15" name="Text 12"/>
          <p:cNvSpPr/>
          <p:nvPr/>
        </p:nvSpPr>
        <p:spPr>
          <a:xfrm>
            <a:off x="10637215" y="6254496"/>
            <a:ext cx="914400" cy="274320"/>
          </a:xfrm>
          <a:prstGeom prst="rect">
            <a:avLst/>
          </a:prstGeom>
          <a:noFill/>
          <a:ln/>
        </p:spPr>
        <p:txBody>
          <a:bodyPr wrap="square" lIns="0" tIns="0" rIns="0" bIns="0" rtlCol="0" anchor="ctr"/>
          <a:lstStyle/>
          <a:p>
            <a:pPr marL="0" indent="0" algn="r">
              <a:buNone/>
            </a:pPr>
            <a:r>
              <a:rPr lang="en-US" sz="900" dirty="0">
                <a:solidFill>
                  <a:srgbClr val="FAFBFB"/>
                </a:solidFill>
                <a:latin typeface="Segoe UI" pitchFamily="34" charset="0"/>
                <a:ea typeface="Segoe UI" pitchFamily="34" charset="-122"/>
                <a:cs typeface="Segoe U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BFB"/>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DA4D84"/>
          </a:solidFill>
          <a:ln/>
        </p:spPr>
        <p:txBody>
          <a:bodyPr/>
          <a:lstStyle/>
          <a:p>
            <a:endParaRPr lang="LID4096"/>
          </a:p>
        </p:txBody>
      </p:sp>
      <p:sp>
        <p:nvSpPr>
          <p:cNvPr id="3" name="Text 1"/>
          <p:cNvSpPr/>
          <p:nvPr/>
        </p:nvSpPr>
        <p:spPr>
          <a:xfrm>
            <a:off x="896112" y="502920"/>
            <a:ext cx="8229600" cy="274320"/>
          </a:xfrm>
          <a:prstGeom prst="rect">
            <a:avLst/>
          </a:prstGeom>
          <a:noFill/>
          <a:ln/>
        </p:spPr>
        <p:txBody>
          <a:bodyPr wrap="square" lIns="0" tIns="0" rIns="0" bIns="0" rtlCol="0" anchor="ctr"/>
          <a:lstStyle/>
          <a:p>
            <a:pPr marL="0" indent="0">
              <a:buNone/>
            </a:pPr>
            <a:r>
              <a:rPr lang="en-US" sz="1100" kern="0" spc="200" dirty="0">
                <a:solidFill>
                  <a:srgbClr val="DA4D84"/>
                </a:solidFill>
                <a:latin typeface="Segoe UI Semibold" pitchFamily="34" charset="0"/>
                <a:ea typeface="Segoe UI Semibold" pitchFamily="34" charset="-122"/>
                <a:cs typeface="Segoe UI Semibold" pitchFamily="34" charset="-120"/>
              </a:rPr>
              <a:t>CONTENT TYPE</a:t>
            </a:r>
            <a:endParaRPr lang="en-US" sz="1100" dirty="0"/>
          </a:p>
        </p:txBody>
      </p:sp>
      <p:sp>
        <p:nvSpPr>
          <p:cNvPr id="4" name="Text 2"/>
          <p:cNvSpPr/>
          <p:nvPr/>
        </p:nvSpPr>
        <p:spPr>
          <a:xfrm>
            <a:off x="640080" y="841248"/>
            <a:ext cx="10911535" cy="685800"/>
          </a:xfrm>
          <a:prstGeom prst="rect">
            <a:avLst/>
          </a:prstGeom>
          <a:noFill/>
          <a:ln/>
        </p:spPr>
        <p:txBody>
          <a:bodyPr wrap="square" lIns="0" tIns="0" rIns="0" bIns="0" rtlCol="0" anchor="ctr"/>
          <a:lstStyle/>
          <a:p>
            <a:pPr marL="0" indent="0">
              <a:buNone/>
            </a:pPr>
            <a:r>
              <a:rPr lang="en-US" sz="3000" b="1" dirty="0">
                <a:solidFill>
                  <a:srgbClr val="323232"/>
                </a:solidFill>
                <a:latin typeface="Segoe UI Semibold" pitchFamily="34" charset="0"/>
                <a:ea typeface="Segoe UI Semibold" pitchFamily="34" charset="-122"/>
                <a:cs typeface="Segoe UI Semibold" pitchFamily="34" charset="-120"/>
              </a:rPr>
              <a:t>Tables</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10908792" cy="2834640"/>
        </p:xfrm>
        <a:graphic>
          <a:graphicData uri="http://schemas.openxmlformats.org/drawingml/2006/table">
            <a:tbl>
              <a:tblPr/>
              <a:tblGrid>
                <a:gridCol w="42062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1490472">
                  <a:extLst>
                    <a:ext uri="{9D8B030D-6E8A-4147-A177-3AD203B41FA5}">
                      <a16:colId xmlns:a16="http://schemas.microsoft.com/office/drawing/2014/main" val="20003"/>
                    </a:ext>
                  </a:extLst>
                </a:gridCol>
              </a:tblGrid>
              <a:tr h="566928">
                <a:tc>
                  <a:txBody>
                    <a:bodyPr/>
                    <a:lstStyle/>
                    <a:p>
                      <a:pPr marL="0" indent="0" algn="l">
                        <a:buNone/>
                      </a:pPr>
                      <a:r>
                        <a:rPr lang="en-US" sz="1300" b="1" dirty="0">
                          <a:solidFill>
                            <a:srgbClr val="FFFFFF"/>
                          </a:solidFill>
                          <a:latin typeface="Segoe UI Semibold" pitchFamily="34" charset="0"/>
                          <a:ea typeface="Segoe UI Semibold" pitchFamily="34" charset="-122"/>
                          <a:cs typeface="Segoe UI Semibold" pitchFamily="34" charset="-120"/>
                        </a:rPr>
                        <a:t>Workstream</a:t>
                      </a:r>
                      <a:endParaRPr lang="en-US" sz="1300" dirty="0">
                        <a:latin typeface="Segoe UI Semibold" charset="0"/>
                        <a:ea typeface="Segoe UI Semibold" charset="0"/>
                        <a:cs typeface="Segoe UI Semibold" charset="0"/>
                      </a:endParaRPr>
                    </a:p>
                  </a:txBody>
                  <a:tcPr marL="101600" marR="101600" marT="50800" marB="50800" anchor="ctr">
                    <a:lnL w="12700" cap="flat" cmpd="sng" algn="ctr">
                      <a:solidFill>
                        <a:srgbClr val="E2E4E6"/>
                      </a:solidFill>
                      <a:prstDash val="solid"/>
                      <a:round/>
                      <a:headEnd type="none" w="med" len="med"/>
                      <a:tailEnd type="none" w="med" len="med"/>
                    </a:lnL>
                    <a:lnR w="12700" cap="flat" cmpd="sng" algn="ctr">
                      <a:solidFill>
                        <a:srgbClr val="E2E4E6"/>
                      </a:solidFill>
                      <a:prstDash val="solid"/>
                      <a:round/>
                      <a:headEnd type="none" w="med" len="med"/>
                      <a:tailEnd type="none" w="med" len="med"/>
                    </a:lnR>
                    <a:lnT w="12700" cap="flat" cmpd="sng" algn="ctr">
                      <a:solidFill>
                        <a:srgbClr val="E2E4E6"/>
                      </a:solidFill>
                      <a:prstDash val="solid"/>
                      <a:round/>
                      <a:headEnd type="none" w="med" len="med"/>
                      <a:tailEnd type="none" w="med" len="med"/>
                    </a:lnT>
                    <a:lnB w="12700" cap="flat" cmpd="sng" algn="ctr">
                      <a:solidFill>
                        <a:srgbClr val="E2E4E6"/>
                      </a:solidFill>
                      <a:prstDash val="solid"/>
                      <a:round/>
                      <a:headEnd type="none" w="med" len="med"/>
                      <a:tailEnd type="none" w="med" len="med"/>
                    </a:lnB>
                    <a:solidFill>
                      <a:srgbClr val="323232"/>
                    </a:solidFill>
                  </a:tcPr>
                </a:tc>
                <a:tc>
                  <a:txBody>
                    <a:bodyPr/>
                    <a:lstStyle/>
                    <a:p>
                      <a:pPr marL="0" indent="0" algn="l">
                        <a:buNone/>
                      </a:pPr>
                      <a:r>
                        <a:rPr lang="en-US" sz="1300" b="1" dirty="0">
                          <a:solidFill>
                            <a:srgbClr val="FFFFFF"/>
                          </a:solidFill>
                          <a:latin typeface="Segoe UI Semibold" pitchFamily="34" charset="0"/>
                          <a:ea typeface="Segoe UI Semibold" pitchFamily="34" charset="-122"/>
                          <a:cs typeface="Segoe UI Semibold" pitchFamily="34" charset="-120"/>
                        </a:rPr>
                        <a:t>Owner</a:t>
                      </a:r>
                      <a:endParaRPr lang="en-US" sz="1300" dirty="0">
                        <a:latin typeface="Segoe UI Semibold" charset="0"/>
                        <a:ea typeface="Segoe UI Semibold" charset="0"/>
                        <a:cs typeface="Segoe UI Semibold" charset="0"/>
                      </a:endParaRPr>
                    </a:p>
                  </a:txBody>
                  <a:tcPr marL="101600" marR="101600" marT="50800" marB="50800" anchor="ctr">
                    <a:lnL w="12700" cap="flat" cmpd="sng" algn="ctr">
                      <a:solidFill>
                        <a:srgbClr val="E2E4E6"/>
                      </a:solidFill>
                      <a:prstDash val="solid"/>
                      <a:round/>
                      <a:headEnd type="none" w="med" len="med"/>
                      <a:tailEnd type="none" w="med" len="med"/>
                    </a:lnL>
                    <a:lnR w="12700" cap="flat" cmpd="sng" algn="ctr">
                      <a:solidFill>
                        <a:srgbClr val="E2E4E6"/>
                      </a:solidFill>
                      <a:prstDash val="solid"/>
                      <a:round/>
                      <a:headEnd type="none" w="med" len="med"/>
                      <a:tailEnd type="none" w="med" len="med"/>
                    </a:lnR>
                    <a:lnT w="12700" cap="flat" cmpd="sng" algn="ctr">
                      <a:solidFill>
                        <a:srgbClr val="E2E4E6"/>
                      </a:solidFill>
                      <a:prstDash val="solid"/>
                      <a:round/>
                      <a:headEnd type="none" w="med" len="med"/>
                      <a:tailEnd type="none" w="med" len="med"/>
                    </a:lnT>
                    <a:lnB w="12700" cap="flat" cmpd="sng" algn="ctr">
                      <a:solidFill>
                        <a:srgbClr val="E2E4E6"/>
                      </a:solidFill>
                      <a:prstDash val="solid"/>
                      <a:round/>
                      <a:headEnd type="none" w="med" len="med"/>
                      <a:tailEnd type="none" w="med" len="med"/>
                    </a:lnB>
                    <a:solidFill>
                      <a:srgbClr val="323232"/>
                    </a:solidFill>
                  </a:tcPr>
                </a:tc>
                <a:tc>
                  <a:txBody>
                    <a:bodyPr/>
                    <a:lstStyle/>
                    <a:p>
                      <a:pPr marL="0" indent="0" algn="l">
                        <a:buNone/>
                      </a:pPr>
                      <a:r>
                        <a:rPr lang="en-US" sz="1300" b="1" dirty="0">
                          <a:solidFill>
                            <a:srgbClr val="FFFFFF"/>
                          </a:solidFill>
                          <a:latin typeface="Segoe UI Semibold" pitchFamily="34" charset="0"/>
                          <a:ea typeface="Segoe UI Semibold" pitchFamily="34" charset="-122"/>
                          <a:cs typeface="Segoe UI Semibold" pitchFamily="34" charset="-120"/>
                        </a:rPr>
                        <a:t>Status</a:t>
                      </a:r>
                      <a:endParaRPr lang="en-US" sz="1300" dirty="0">
                        <a:latin typeface="Segoe UI Semibold" charset="0"/>
                        <a:ea typeface="Segoe UI Semibold" charset="0"/>
                        <a:cs typeface="Segoe UI Semibold" charset="0"/>
                      </a:endParaRPr>
                    </a:p>
                  </a:txBody>
                  <a:tcPr marL="101600" marR="101600" marT="50800" marB="50800" anchor="ctr">
                    <a:lnL w="12700" cap="flat" cmpd="sng" algn="ctr">
                      <a:solidFill>
                        <a:srgbClr val="E2E4E6"/>
                      </a:solidFill>
                      <a:prstDash val="solid"/>
                      <a:round/>
                      <a:headEnd type="none" w="med" len="med"/>
                      <a:tailEnd type="none" w="med" len="med"/>
                    </a:lnL>
                    <a:lnR w="12700" cap="flat" cmpd="sng" algn="ctr">
                      <a:solidFill>
                        <a:srgbClr val="E2E4E6"/>
                      </a:solidFill>
                      <a:prstDash val="solid"/>
                      <a:round/>
                      <a:headEnd type="none" w="med" len="med"/>
                      <a:tailEnd type="none" w="med" len="med"/>
                    </a:lnR>
                    <a:lnT w="12700" cap="flat" cmpd="sng" algn="ctr">
                      <a:solidFill>
                        <a:srgbClr val="E2E4E6"/>
                      </a:solidFill>
                      <a:prstDash val="solid"/>
                      <a:round/>
                      <a:headEnd type="none" w="med" len="med"/>
                      <a:tailEnd type="none" w="med" len="med"/>
                    </a:lnT>
                    <a:lnB w="12700" cap="flat" cmpd="sng" algn="ctr">
                      <a:solidFill>
                        <a:srgbClr val="E2E4E6"/>
                      </a:solidFill>
                      <a:prstDash val="solid"/>
                      <a:round/>
                      <a:headEnd type="none" w="med" len="med"/>
                      <a:tailEnd type="none" w="med" len="med"/>
                    </a:lnB>
                    <a:solidFill>
                      <a:srgbClr val="323232"/>
                    </a:solidFill>
                  </a:tcPr>
                </a:tc>
                <a:tc>
                  <a:txBody>
                    <a:bodyPr/>
                    <a:lstStyle/>
                    <a:p>
                      <a:pPr marL="0" indent="0" algn="l">
                        <a:buNone/>
                      </a:pPr>
                      <a:r>
                        <a:rPr lang="en-US" sz="1300" b="1" dirty="0">
                          <a:solidFill>
                            <a:srgbClr val="FFFFFF"/>
                          </a:solidFill>
                          <a:latin typeface="Segoe UI Semibold" pitchFamily="34" charset="0"/>
                          <a:ea typeface="Segoe UI Semibold" pitchFamily="34" charset="-122"/>
                          <a:cs typeface="Segoe UI Semibold" pitchFamily="34" charset="-120"/>
                        </a:rPr>
                        <a:t>Target</a:t>
                      </a:r>
                      <a:endParaRPr lang="en-US" sz="1300" dirty="0">
                        <a:latin typeface="Segoe UI Semibold" charset="0"/>
                        <a:ea typeface="Segoe UI Semibold" charset="0"/>
                        <a:cs typeface="Segoe UI Semibold" charset="0"/>
                      </a:endParaRPr>
                    </a:p>
                  </a:txBody>
                  <a:tcPr marL="101600" marR="101600" marT="50800" marB="50800" anchor="ctr">
                    <a:lnL w="12700" cap="flat" cmpd="sng" algn="ctr">
                      <a:solidFill>
                        <a:srgbClr val="E2E4E6"/>
                      </a:solidFill>
                      <a:prstDash val="solid"/>
                      <a:round/>
                      <a:headEnd type="none" w="med" len="med"/>
                      <a:tailEnd type="none" w="med" len="med"/>
                    </a:lnL>
                    <a:lnR w="12700" cap="flat" cmpd="sng" algn="ctr">
                      <a:solidFill>
                        <a:srgbClr val="E2E4E6"/>
                      </a:solidFill>
                      <a:prstDash val="solid"/>
                      <a:round/>
                      <a:headEnd type="none" w="med" len="med"/>
                      <a:tailEnd type="none" w="med" len="med"/>
                    </a:lnR>
                    <a:lnT w="12700" cap="flat" cmpd="sng" algn="ctr">
                      <a:solidFill>
                        <a:srgbClr val="E2E4E6"/>
                      </a:solidFill>
                      <a:prstDash val="solid"/>
                      <a:round/>
                      <a:headEnd type="none" w="med" len="med"/>
                      <a:tailEnd type="none" w="med" len="med"/>
                    </a:lnT>
                    <a:lnB w="12700" cap="flat" cmpd="sng" algn="ctr">
                      <a:solidFill>
                        <a:srgbClr val="E2E4E6"/>
                      </a:solidFill>
                      <a:prstDash val="solid"/>
                      <a:round/>
                      <a:headEnd type="none" w="med" len="med"/>
                      <a:tailEnd type="none" w="med" len="med"/>
                    </a:lnB>
                    <a:solidFill>
                      <a:srgbClr val="323232"/>
                    </a:solidFill>
                  </a:tcPr>
                </a:tc>
                <a:extLst>
                  <a:ext uri="{0D108BD9-81ED-4DB2-BD59-A6C34878D82A}">
                    <a16:rowId xmlns:a16="http://schemas.microsoft.com/office/drawing/2014/main" val="10000"/>
                  </a:ext>
                </a:extLst>
              </a:tr>
              <a:tr h="566928">
                <a:tc>
                  <a:txBody>
                    <a:bodyPr/>
                    <a:lstStyle/>
                    <a:p>
                      <a:pPr marL="0" indent="0" algn="l">
                        <a:buNone/>
                      </a:pPr>
                      <a:r>
                        <a:rPr lang="en-US" sz="1300" dirty="0">
                          <a:solidFill>
                            <a:srgbClr val="323232"/>
                          </a:solidFill>
                          <a:latin typeface="Segoe UI" pitchFamily="34" charset="0"/>
                          <a:ea typeface="Segoe UI" pitchFamily="34" charset="-122"/>
                          <a:cs typeface="Segoe UI" pitchFamily="34" charset="-120"/>
                        </a:rPr>
                        <a:t>Discovery</a:t>
                      </a:r>
                      <a:endParaRPr lang="en-US" sz="1300" dirty="0">
                        <a:latin typeface="Segoe UI" charset="0"/>
                        <a:ea typeface="Segoe UI" charset="0"/>
                        <a:cs typeface="Segoe UI" charset="0"/>
                      </a:endParaRPr>
                    </a:p>
                  </a:txBody>
                  <a:tcPr marL="101600" marR="101600" marT="50800" marB="50800" anchor="ctr">
                    <a:lnL w="12700" cap="flat" cmpd="sng" algn="ctr">
                      <a:solidFill>
                        <a:srgbClr val="E2E4E6"/>
                      </a:solidFill>
                      <a:prstDash val="solid"/>
                      <a:round/>
                      <a:headEnd type="none" w="med" len="med"/>
                      <a:tailEnd type="none" w="med" len="med"/>
                    </a:lnL>
                    <a:lnR w="12700" cap="flat" cmpd="sng" algn="ctr">
                      <a:solidFill>
                        <a:srgbClr val="E2E4E6"/>
                      </a:solidFill>
                      <a:prstDash val="solid"/>
                      <a:round/>
                      <a:headEnd type="none" w="med" len="med"/>
                      <a:tailEnd type="none" w="med" len="med"/>
                    </a:lnR>
                    <a:lnT w="12700" cap="flat" cmpd="sng" algn="ctr">
                      <a:solidFill>
                        <a:srgbClr val="E2E4E6"/>
                      </a:solidFill>
                      <a:prstDash val="solid"/>
                      <a:round/>
                      <a:headEnd type="none" w="med" len="med"/>
                      <a:tailEnd type="none" w="med" len="med"/>
                    </a:lnT>
                    <a:lnB w="12700" cap="flat" cmpd="sng" algn="ctr">
                      <a:solidFill>
                        <a:srgbClr val="E2E4E6"/>
                      </a:solidFill>
                      <a:prstDash val="solid"/>
                      <a:round/>
                      <a:headEnd type="none" w="med" len="med"/>
                      <a:tailEnd type="none" w="med" len="med"/>
                    </a:lnB>
                    <a:solidFill>
                      <a:srgbClr val="F0F1F2"/>
                    </a:solidFill>
                  </a:tcPr>
                </a:tc>
                <a:tc>
                  <a:txBody>
                    <a:bodyPr/>
                    <a:lstStyle/>
                    <a:p>
                      <a:pPr marL="0" indent="0" algn="l">
                        <a:buNone/>
                      </a:pPr>
                      <a:r>
                        <a:rPr lang="en-US" sz="1300" dirty="0">
                          <a:solidFill>
                            <a:srgbClr val="323232"/>
                          </a:solidFill>
                          <a:latin typeface="Segoe UI" pitchFamily="34" charset="0"/>
                          <a:ea typeface="Segoe UI" pitchFamily="34" charset="-122"/>
                          <a:cs typeface="Segoe UI" pitchFamily="34" charset="-120"/>
                        </a:rPr>
                        <a:t>A. Rivera</a:t>
                      </a:r>
                      <a:endParaRPr lang="en-US" sz="1300" dirty="0">
                        <a:latin typeface="Segoe UI" charset="0"/>
                        <a:ea typeface="Segoe UI" charset="0"/>
                        <a:cs typeface="Segoe UI" charset="0"/>
                      </a:endParaRPr>
                    </a:p>
                  </a:txBody>
                  <a:tcPr marL="101600" marR="101600" marT="50800" marB="50800" anchor="ctr">
                    <a:lnL w="12700" cap="flat" cmpd="sng" algn="ctr">
                      <a:solidFill>
                        <a:srgbClr val="E2E4E6"/>
                      </a:solidFill>
                      <a:prstDash val="solid"/>
                      <a:round/>
                      <a:headEnd type="none" w="med" len="med"/>
                      <a:tailEnd type="none" w="med" len="med"/>
                    </a:lnL>
                    <a:lnR w="12700" cap="flat" cmpd="sng" algn="ctr">
                      <a:solidFill>
                        <a:srgbClr val="E2E4E6"/>
                      </a:solidFill>
                      <a:prstDash val="solid"/>
                      <a:round/>
                      <a:headEnd type="none" w="med" len="med"/>
                      <a:tailEnd type="none" w="med" len="med"/>
                    </a:lnR>
                    <a:lnT w="12700" cap="flat" cmpd="sng" algn="ctr">
                      <a:solidFill>
                        <a:srgbClr val="E2E4E6"/>
                      </a:solidFill>
                      <a:prstDash val="solid"/>
                      <a:round/>
                      <a:headEnd type="none" w="med" len="med"/>
                      <a:tailEnd type="none" w="med" len="med"/>
                    </a:lnT>
                    <a:lnB w="12700" cap="flat" cmpd="sng" algn="ctr">
                      <a:solidFill>
                        <a:srgbClr val="E2E4E6"/>
                      </a:solidFill>
                      <a:prstDash val="solid"/>
                      <a:round/>
                      <a:headEnd type="none" w="med" len="med"/>
                      <a:tailEnd type="none" w="med" len="med"/>
                    </a:lnB>
                    <a:solidFill>
                      <a:srgbClr val="F0F1F2"/>
                    </a:solidFill>
                  </a:tcPr>
                </a:tc>
                <a:tc>
                  <a:txBody>
                    <a:bodyPr/>
                    <a:lstStyle/>
                    <a:p>
                      <a:pPr marL="0" indent="0" algn="l">
                        <a:buNone/>
                      </a:pPr>
                      <a:r>
                        <a:rPr lang="en-US" sz="1300" dirty="0">
                          <a:solidFill>
                            <a:srgbClr val="323232"/>
                          </a:solidFill>
                          <a:latin typeface="Segoe UI" pitchFamily="34" charset="0"/>
                          <a:ea typeface="Segoe UI" pitchFamily="34" charset="-122"/>
                          <a:cs typeface="Segoe UI" pitchFamily="34" charset="-120"/>
                        </a:rPr>
                        <a:t>On track</a:t>
                      </a:r>
                      <a:endParaRPr lang="en-US" sz="1300" dirty="0">
                        <a:latin typeface="Segoe UI" charset="0"/>
                        <a:ea typeface="Segoe UI" charset="0"/>
                        <a:cs typeface="Segoe UI" charset="0"/>
                      </a:endParaRPr>
                    </a:p>
                  </a:txBody>
                  <a:tcPr marL="101600" marR="101600" marT="50800" marB="50800" anchor="ctr">
                    <a:lnL w="12700" cap="flat" cmpd="sng" algn="ctr">
                      <a:solidFill>
                        <a:srgbClr val="E2E4E6"/>
                      </a:solidFill>
                      <a:prstDash val="solid"/>
                      <a:round/>
                      <a:headEnd type="none" w="med" len="med"/>
                      <a:tailEnd type="none" w="med" len="med"/>
                    </a:lnL>
                    <a:lnR w="12700" cap="flat" cmpd="sng" algn="ctr">
                      <a:solidFill>
                        <a:srgbClr val="E2E4E6"/>
                      </a:solidFill>
                      <a:prstDash val="solid"/>
                      <a:round/>
                      <a:headEnd type="none" w="med" len="med"/>
                      <a:tailEnd type="none" w="med" len="med"/>
                    </a:lnR>
                    <a:lnT w="12700" cap="flat" cmpd="sng" algn="ctr">
                      <a:solidFill>
                        <a:srgbClr val="E2E4E6"/>
                      </a:solidFill>
                      <a:prstDash val="solid"/>
                      <a:round/>
                      <a:headEnd type="none" w="med" len="med"/>
                      <a:tailEnd type="none" w="med" len="med"/>
                    </a:lnT>
                    <a:lnB w="12700" cap="flat" cmpd="sng" algn="ctr">
                      <a:solidFill>
                        <a:srgbClr val="E2E4E6"/>
                      </a:solidFill>
                      <a:prstDash val="solid"/>
                      <a:round/>
                      <a:headEnd type="none" w="med" len="med"/>
                      <a:tailEnd type="none" w="med" len="med"/>
                    </a:lnB>
                    <a:solidFill>
                      <a:srgbClr val="F0F1F2"/>
                    </a:solidFill>
                  </a:tcPr>
                </a:tc>
                <a:tc>
                  <a:txBody>
                    <a:bodyPr/>
                    <a:lstStyle/>
                    <a:p>
                      <a:pPr marL="0" indent="0" algn="l">
                        <a:buNone/>
                      </a:pPr>
                      <a:r>
                        <a:rPr lang="en-US" sz="1300" dirty="0">
                          <a:solidFill>
                            <a:srgbClr val="323232"/>
                          </a:solidFill>
                          <a:latin typeface="Segoe UI" pitchFamily="34" charset="0"/>
                          <a:ea typeface="Segoe UI" pitchFamily="34" charset="-122"/>
                          <a:cs typeface="Segoe UI" pitchFamily="34" charset="-120"/>
                        </a:rPr>
                        <a:t>Q1</a:t>
                      </a:r>
                      <a:endParaRPr lang="en-US" sz="1300" dirty="0">
                        <a:latin typeface="Segoe UI" charset="0"/>
                        <a:ea typeface="Segoe UI" charset="0"/>
                        <a:cs typeface="Segoe UI" charset="0"/>
                      </a:endParaRPr>
                    </a:p>
                  </a:txBody>
                  <a:tcPr marL="101600" marR="101600" marT="50800" marB="50800" anchor="ctr">
                    <a:lnL w="12700" cap="flat" cmpd="sng" algn="ctr">
                      <a:solidFill>
                        <a:srgbClr val="E2E4E6"/>
                      </a:solidFill>
                      <a:prstDash val="solid"/>
                      <a:round/>
                      <a:headEnd type="none" w="med" len="med"/>
                      <a:tailEnd type="none" w="med" len="med"/>
                    </a:lnL>
                    <a:lnR w="12700" cap="flat" cmpd="sng" algn="ctr">
                      <a:solidFill>
                        <a:srgbClr val="E2E4E6"/>
                      </a:solidFill>
                      <a:prstDash val="solid"/>
                      <a:round/>
                      <a:headEnd type="none" w="med" len="med"/>
                      <a:tailEnd type="none" w="med" len="med"/>
                    </a:lnR>
                    <a:lnT w="12700" cap="flat" cmpd="sng" algn="ctr">
                      <a:solidFill>
                        <a:srgbClr val="E2E4E6"/>
                      </a:solidFill>
                      <a:prstDash val="solid"/>
                      <a:round/>
                      <a:headEnd type="none" w="med" len="med"/>
                      <a:tailEnd type="none" w="med" len="med"/>
                    </a:lnT>
                    <a:lnB w="12700" cap="flat" cmpd="sng" algn="ctr">
                      <a:solidFill>
                        <a:srgbClr val="E2E4E6"/>
                      </a:solidFill>
                      <a:prstDash val="solid"/>
                      <a:round/>
                      <a:headEnd type="none" w="med" len="med"/>
                      <a:tailEnd type="none" w="med" len="med"/>
                    </a:lnB>
                    <a:solidFill>
                      <a:srgbClr val="F0F1F2"/>
                    </a:solidFill>
                  </a:tcPr>
                </a:tc>
                <a:extLst>
                  <a:ext uri="{0D108BD9-81ED-4DB2-BD59-A6C34878D82A}">
                    <a16:rowId xmlns:a16="http://schemas.microsoft.com/office/drawing/2014/main" val="10001"/>
                  </a:ext>
                </a:extLst>
              </a:tr>
              <a:tr h="566928">
                <a:tc>
                  <a:txBody>
                    <a:bodyPr/>
                    <a:lstStyle/>
                    <a:p>
                      <a:pPr marL="0" indent="0" algn="l">
                        <a:buNone/>
                      </a:pPr>
                      <a:r>
                        <a:rPr lang="en-US" sz="1300" dirty="0">
                          <a:solidFill>
                            <a:srgbClr val="323232"/>
                          </a:solidFill>
                          <a:latin typeface="Segoe UI" pitchFamily="34" charset="0"/>
                          <a:ea typeface="Segoe UI" pitchFamily="34" charset="-122"/>
                          <a:cs typeface="Segoe UI" pitchFamily="34" charset="-120"/>
                        </a:rPr>
                        <a:t>Build</a:t>
                      </a:r>
                      <a:endParaRPr lang="en-US" sz="1300" dirty="0">
                        <a:latin typeface="Segoe UI" charset="0"/>
                        <a:ea typeface="Segoe UI" charset="0"/>
                        <a:cs typeface="Segoe UI" charset="0"/>
                      </a:endParaRPr>
                    </a:p>
                  </a:txBody>
                  <a:tcPr marL="101600" marR="101600" marT="50800" marB="50800" anchor="ctr">
                    <a:lnL w="12700" cap="flat" cmpd="sng" algn="ctr">
                      <a:solidFill>
                        <a:srgbClr val="E2E4E6"/>
                      </a:solidFill>
                      <a:prstDash val="solid"/>
                      <a:round/>
                      <a:headEnd type="none" w="med" len="med"/>
                      <a:tailEnd type="none" w="med" len="med"/>
                    </a:lnL>
                    <a:lnR w="12700" cap="flat" cmpd="sng" algn="ctr">
                      <a:solidFill>
                        <a:srgbClr val="E2E4E6"/>
                      </a:solidFill>
                      <a:prstDash val="solid"/>
                      <a:round/>
                      <a:headEnd type="none" w="med" len="med"/>
                      <a:tailEnd type="none" w="med" len="med"/>
                    </a:lnR>
                    <a:lnT w="12700" cap="flat" cmpd="sng" algn="ctr">
                      <a:solidFill>
                        <a:srgbClr val="E2E4E6"/>
                      </a:solidFill>
                      <a:prstDash val="solid"/>
                      <a:round/>
                      <a:headEnd type="none" w="med" len="med"/>
                      <a:tailEnd type="none" w="med" len="med"/>
                    </a:lnT>
                    <a:lnB w="12700" cap="flat" cmpd="sng" algn="ctr">
                      <a:solidFill>
                        <a:srgbClr val="E2E4E6"/>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23232"/>
                          </a:solidFill>
                          <a:latin typeface="Segoe UI" pitchFamily="34" charset="0"/>
                          <a:ea typeface="Segoe UI" pitchFamily="34" charset="-122"/>
                          <a:cs typeface="Segoe UI" pitchFamily="34" charset="-120"/>
                        </a:rPr>
                        <a:t>M. Chen</a:t>
                      </a:r>
                      <a:endParaRPr lang="en-US" sz="1300" dirty="0">
                        <a:latin typeface="Segoe UI" charset="0"/>
                        <a:ea typeface="Segoe UI" charset="0"/>
                        <a:cs typeface="Segoe UI" charset="0"/>
                      </a:endParaRPr>
                    </a:p>
                  </a:txBody>
                  <a:tcPr marL="101600" marR="101600" marT="50800" marB="50800" anchor="ctr">
                    <a:lnL w="12700" cap="flat" cmpd="sng" algn="ctr">
                      <a:solidFill>
                        <a:srgbClr val="E2E4E6"/>
                      </a:solidFill>
                      <a:prstDash val="solid"/>
                      <a:round/>
                      <a:headEnd type="none" w="med" len="med"/>
                      <a:tailEnd type="none" w="med" len="med"/>
                    </a:lnL>
                    <a:lnR w="12700" cap="flat" cmpd="sng" algn="ctr">
                      <a:solidFill>
                        <a:srgbClr val="E2E4E6"/>
                      </a:solidFill>
                      <a:prstDash val="solid"/>
                      <a:round/>
                      <a:headEnd type="none" w="med" len="med"/>
                      <a:tailEnd type="none" w="med" len="med"/>
                    </a:lnR>
                    <a:lnT w="12700" cap="flat" cmpd="sng" algn="ctr">
                      <a:solidFill>
                        <a:srgbClr val="E2E4E6"/>
                      </a:solidFill>
                      <a:prstDash val="solid"/>
                      <a:round/>
                      <a:headEnd type="none" w="med" len="med"/>
                      <a:tailEnd type="none" w="med" len="med"/>
                    </a:lnT>
                    <a:lnB w="12700" cap="flat" cmpd="sng" algn="ctr">
                      <a:solidFill>
                        <a:srgbClr val="E2E4E6"/>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23232"/>
                          </a:solidFill>
                          <a:latin typeface="Segoe UI" pitchFamily="34" charset="0"/>
                          <a:ea typeface="Segoe UI" pitchFamily="34" charset="-122"/>
                          <a:cs typeface="Segoe UI" pitchFamily="34" charset="-120"/>
                        </a:rPr>
                        <a:t>At risk</a:t>
                      </a:r>
                      <a:endParaRPr lang="en-US" sz="1300" dirty="0">
                        <a:latin typeface="Segoe UI" charset="0"/>
                        <a:ea typeface="Segoe UI" charset="0"/>
                        <a:cs typeface="Segoe UI" charset="0"/>
                      </a:endParaRPr>
                    </a:p>
                  </a:txBody>
                  <a:tcPr marL="101600" marR="101600" marT="50800" marB="50800" anchor="ctr">
                    <a:lnL w="12700" cap="flat" cmpd="sng" algn="ctr">
                      <a:solidFill>
                        <a:srgbClr val="E2E4E6"/>
                      </a:solidFill>
                      <a:prstDash val="solid"/>
                      <a:round/>
                      <a:headEnd type="none" w="med" len="med"/>
                      <a:tailEnd type="none" w="med" len="med"/>
                    </a:lnL>
                    <a:lnR w="12700" cap="flat" cmpd="sng" algn="ctr">
                      <a:solidFill>
                        <a:srgbClr val="E2E4E6"/>
                      </a:solidFill>
                      <a:prstDash val="solid"/>
                      <a:round/>
                      <a:headEnd type="none" w="med" len="med"/>
                      <a:tailEnd type="none" w="med" len="med"/>
                    </a:lnR>
                    <a:lnT w="12700" cap="flat" cmpd="sng" algn="ctr">
                      <a:solidFill>
                        <a:srgbClr val="E2E4E6"/>
                      </a:solidFill>
                      <a:prstDash val="solid"/>
                      <a:round/>
                      <a:headEnd type="none" w="med" len="med"/>
                      <a:tailEnd type="none" w="med" len="med"/>
                    </a:lnT>
                    <a:lnB w="12700" cap="flat" cmpd="sng" algn="ctr">
                      <a:solidFill>
                        <a:srgbClr val="E2E4E6"/>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23232"/>
                          </a:solidFill>
                          <a:latin typeface="Segoe UI" pitchFamily="34" charset="0"/>
                          <a:ea typeface="Segoe UI" pitchFamily="34" charset="-122"/>
                          <a:cs typeface="Segoe UI" pitchFamily="34" charset="-120"/>
                        </a:rPr>
                        <a:t>Q2</a:t>
                      </a:r>
                      <a:endParaRPr lang="en-US" sz="1300" dirty="0">
                        <a:latin typeface="Segoe UI" charset="0"/>
                        <a:ea typeface="Segoe UI" charset="0"/>
                        <a:cs typeface="Segoe UI" charset="0"/>
                      </a:endParaRPr>
                    </a:p>
                  </a:txBody>
                  <a:tcPr marL="101600" marR="101600" marT="50800" marB="50800" anchor="ctr">
                    <a:lnL w="12700" cap="flat" cmpd="sng" algn="ctr">
                      <a:solidFill>
                        <a:srgbClr val="E2E4E6"/>
                      </a:solidFill>
                      <a:prstDash val="solid"/>
                      <a:round/>
                      <a:headEnd type="none" w="med" len="med"/>
                      <a:tailEnd type="none" w="med" len="med"/>
                    </a:lnL>
                    <a:lnR w="12700" cap="flat" cmpd="sng" algn="ctr">
                      <a:solidFill>
                        <a:srgbClr val="E2E4E6"/>
                      </a:solidFill>
                      <a:prstDash val="solid"/>
                      <a:round/>
                      <a:headEnd type="none" w="med" len="med"/>
                      <a:tailEnd type="none" w="med" len="med"/>
                    </a:lnR>
                    <a:lnT w="12700" cap="flat" cmpd="sng" algn="ctr">
                      <a:solidFill>
                        <a:srgbClr val="E2E4E6"/>
                      </a:solidFill>
                      <a:prstDash val="solid"/>
                      <a:round/>
                      <a:headEnd type="none" w="med" len="med"/>
                      <a:tailEnd type="none" w="med" len="med"/>
                    </a:lnT>
                    <a:lnB w="12700" cap="flat" cmpd="sng" algn="ctr">
                      <a:solidFill>
                        <a:srgbClr val="E2E4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lgn="l">
                        <a:buNone/>
                      </a:pPr>
                      <a:r>
                        <a:rPr lang="en-US" sz="1300" dirty="0">
                          <a:solidFill>
                            <a:srgbClr val="323232"/>
                          </a:solidFill>
                          <a:latin typeface="Segoe UI" pitchFamily="34" charset="0"/>
                          <a:ea typeface="Segoe UI" pitchFamily="34" charset="-122"/>
                          <a:cs typeface="Segoe UI" pitchFamily="34" charset="-120"/>
                        </a:rPr>
                        <a:t>Pilot</a:t>
                      </a:r>
                      <a:endParaRPr lang="en-US" sz="1300" dirty="0">
                        <a:latin typeface="Segoe UI" charset="0"/>
                        <a:ea typeface="Segoe UI" charset="0"/>
                        <a:cs typeface="Segoe UI" charset="0"/>
                      </a:endParaRPr>
                    </a:p>
                  </a:txBody>
                  <a:tcPr marL="101600" marR="101600" marT="50800" marB="50800" anchor="ctr">
                    <a:lnL w="12700" cap="flat" cmpd="sng" algn="ctr">
                      <a:solidFill>
                        <a:srgbClr val="E2E4E6"/>
                      </a:solidFill>
                      <a:prstDash val="solid"/>
                      <a:round/>
                      <a:headEnd type="none" w="med" len="med"/>
                      <a:tailEnd type="none" w="med" len="med"/>
                    </a:lnL>
                    <a:lnR w="12700" cap="flat" cmpd="sng" algn="ctr">
                      <a:solidFill>
                        <a:srgbClr val="E2E4E6"/>
                      </a:solidFill>
                      <a:prstDash val="solid"/>
                      <a:round/>
                      <a:headEnd type="none" w="med" len="med"/>
                      <a:tailEnd type="none" w="med" len="med"/>
                    </a:lnR>
                    <a:lnT w="12700" cap="flat" cmpd="sng" algn="ctr">
                      <a:solidFill>
                        <a:srgbClr val="E2E4E6"/>
                      </a:solidFill>
                      <a:prstDash val="solid"/>
                      <a:round/>
                      <a:headEnd type="none" w="med" len="med"/>
                      <a:tailEnd type="none" w="med" len="med"/>
                    </a:lnT>
                    <a:lnB w="12700" cap="flat" cmpd="sng" algn="ctr">
                      <a:solidFill>
                        <a:srgbClr val="E2E4E6"/>
                      </a:solidFill>
                      <a:prstDash val="solid"/>
                      <a:round/>
                      <a:headEnd type="none" w="med" len="med"/>
                      <a:tailEnd type="none" w="med" len="med"/>
                    </a:lnB>
                    <a:solidFill>
                      <a:srgbClr val="F0F1F2"/>
                    </a:solidFill>
                  </a:tcPr>
                </a:tc>
                <a:tc>
                  <a:txBody>
                    <a:bodyPr/>
                    <a:lstStyle/>
                    <a:p>
                      <a:pPr marL="0" indent="0" algn="l">
                        <a:buNone/>
                      </a:pPr>
                      <a:r>
                        <a:rPr lang="en-US" sz="1300" dirty="0">
                          <a:solidFill>
                            <a:srgbClr val="323232"/>
                          </a:solidFill>
                          <a:latin typeface="Segoe UI" pitchFamily="34" charset="0"/>
                          <a:ea typeface="Segoe UI" pitchFamily="34" charset="-122"/>
                          <a:cs typeface="Segoe UI" pitchFamily="34" charset="-120"/>
                        </a:rPr>
                        <a:t>S. Okoye</a:t>
                      </a:r>
                      <a:endParaRPr lang="en-US" sz="1300" dirty="0">
                        <a:latin typeface="Segoe UI" charset="0"/>
                        <a:ea typeface="Segoe UI" charset="0"/>
                        <a:cs typeface="Segoe UI" charset="0"/>
                      </a:endParaRPr>
                    </a:p>
                  </a:txBody>
                  <a:tcPr marL="101600" marR="101600" marT="50800" marB="50800" anchor="ctr">
                    <a:lnL w="12700" cap="flat" cmpd="sng" algn="ctr">
                      <a:solidFill>
                        <a:srgbClr val="E2E4E6"/>
                      </a:solidFill>
                      <a:prstDash val="solid"/>
                      <a:round/>
                      <a:headEnd type="none" w="med" len="med"/>
                      <a:tailEnd type="none" w="med" len="med"/>
                    </a:lnL>
                    <a:lnR w="12700" cap="flat" cmpd="sng" algn="ctr">
                      <a:solidFill>
                        <a:srgbClr val="E2E4E6"/>
                      </a:solidFill>
                      <a:prstDash val="solid"/>
                      <a:round/>
                      <a:headEnd type="none" w="med" len="med"/>
                      <a:tailEnd type="none" w="med" len="med"/>
                    </a:lnR>
                    <a:lnT w="12700" cap="flat" cmpd="sng" algn="ctr">
                      <a:solidFill>
                        <a:srgbClr val="E2E4E6"/>
                      </a:solidFill>
                      <a:prstDash val="solid"/>
                      <a:round/>
                      <a:headEnd type="none" w="med" len="med"/>
                      <a:tailEnd type="none" w="med" len="med"/>
                    </a:lnT>
                    <a:lnB w="12700" cap="flat" cmpd="sng" algn="ctr">
                      <a:solidFill>
                        <a:srgbClr val="E2E4E6"/>
                      </a:solidFill>
                      <a:prstDash val="solid"/>
                      <a:round/>
                      <a:headEnd type="none" w="med" len="med"/>
                      <a:tailEnd type="none" w="med" len="med"/>
                    </a:lnB>
                    <a:solidFill>
                      <a:srgbClr val="F0F1F2"/>
                    </a:solidFill>
                  </a:tcPr>
                </a:tc>
                <a:tc>
                  <a:txBody>
                    <a:bodyPr/>
                    <a:lstStyle/>
                    <a:p>
                      <a:pPr marL="0" indent="0" algn="l">
                        <a:buNone/>
                      </a:pPr>
                      <a:r>
                        <a:rPr lang="en-US" sz="1300" dirty="0">
                          <a:solidFill>
                            <a:srgbClr val="323232"/>
                          </a:solidFill>
                          <a:latin typeface="Segoe UI" pitchFamily="34" charset="0"/>
                          <a:ea typeface="Segoe UI" pitchFamily="34" charset="-122"/>
                          <a:cs typeface="Segoe UI" pitchFamily="34" charset="-120"/>
                        </a:rPr>
                        <a:t>On track</a:t>
                      </a:r>
                      <a:endParaRPr lang="en-US" sz="1300" dirty="0">
                        <a:latin typeface="Segoe UI" charset="0"/>
                        <a:ea typeface="Segoe UI" charset="0"/>
                        <a:cs typeface="Segoe UI" charset="0"/>
                      </a:endParaRPr>
                    </a:p>
                  </a:txBody>
                  <a:tcPr marL="101600" marR="101600" marT="50800" marB="50800" anchor="ctr">
                    <a:lnL w="12700" cap="flat" cmpd="sng" algn="ctr">
                      <a:solidFill>
                        <a:srgbClr val="E2E4E6"/>
                      </a:solidFill>
                      <a:prstDash val="solid"/>
                      <a:round/>
                      <a:headEnd type="none" w="med" len="med"/>
                      <a:tailEnd type="none" w="med" len="med"/>
                    </a:lnL>
                    <a:lnR w="12700" cap="flat" cmpd="sng" algn="ctr">
                      <a:solidFill>
                        <a:srgbClr val="E2E4E6"/>
                      </a:solidFill>
                      <a:prstDash val="solid"/>
                      <a:round/>
                      <a:headEnd type="none" w="med" len="med"/>
                      <a:tailEnd type="none" w="med" len="med"/>
                    </a:lnR>
                    <a:lnT w="12700" cap="flat" cmpd="sng" algn="ctr">
                      <a:solidFill>
                        <a:srgbClr val="E2E4E6"/>
                      </a:solidFill>
                      <a:prstDash val="solid"/>
                      <a:round/>
                      <a:headEnd type="none" w="med" len="med"/>
                      <a:tailEnd type="none" w="med" len="med"/>
                    </a:lnT>
                    <a:lnB w="12700" cap="flat" cmpd="sng" algn="ctr">
                      <a:solidFill>
                        <a:srgbClr val="E2E4E6"/>
                      </a:solidFill>
                      <a:prstDash val="solid"/>
                      <a:round/>
                      <a:headEnd type="none" w="med" len="med"/>
                      <a:tailEnd type="none" w="med" len="med"/>
                    </a:lnB>
                    <a:solidFill>
                      <a:srgbClr val="F0F1F2"/>
                    </a:solidFill>
                  </a:tcPr>
                </a:tc>
                <a:tc>
                  <a:txBody>
                    <a:bodyPr/>
                    <a:lstStyle/>
                    <a:p>
                      <a:pPr marL="0" indent="0" algn="l">
                        <a:buNone/>
                      </a:pPr>
                      <a:r>
                        <a:rPr lang="en-US" sz="1300" dirty="0">
                          <a:solidFill>
                            <a:srgbClr val="323232"/>
                          </a:solidFill>
                          <a:latin typeface="Segoe UI" pitchFamily="34" charset="0"/>
                          <a:ea typeface="Segoe UI" pitchFamily="34" charset="-122"/>
                          <a:cs typeface="Segoe UI" pitchFamily="34" charset="-120"/>
                        </a:rPr>
                        <a:t>Q3</a:t>
                      </a:r>
                      <a:endParaRPr lang="en-US" sz="1300" dirty="0">
                        <a:latin typeface="Segoe UI" charset="0"/>
                        <a:ea typeface="Segoe UI" charset="0"/>
                        <a:cs typeface="Segoe UI" charset="0"/>
                      </a:endParaRPr>
                    </a:p>
                  </a:txBody>
                  <a:tcPr marL="101600" marR="101600" marT="50800" marB="50800" anchor="ctr">
                    <a:lnL w="12700" cap="flat" cmpd="sng" algn="ctr">
                      <a:solidFill>
                        <a:srgbClr val="E2E4E6"/>
                      </a:solidFill>
                      <a:prstDash val="solid"/>
                      <a:round/>
                      <a:headEnd type="none" w="med" len="med"/>
                      <a:tailEnd type="none" w="med" len="med"/>
                    </a:lnL>
                    <a:lnR w="12700" cap="flat" cmpd="sng" algn="ctr">
                      <a:solidFill>
                        <a:srgbClr val="E2E4E6"/>
                      </a:solidFill>
                      <a:prstDash val="solid"/>
                      <a:round/>
                      <a:headEnd type="none" w="med" len="med"/>
                      <a:tailEnd type="none" w="med" len="med"/>
                    </a:lnR>
                    <a:lnT w="12700" cap="flat" cmpd="sng" algn="ctr">
                      <a:solidFill>
                        <a:srgbClr val="E2E4E6"/>
                      </a:solidFill>
                      <a:prstDash val="solid"/>
                      <a:round/>
                      <a:headEnd type="none" w="med" len="med"/>
                      <a:tailEnd type="none" w="med" len="med"/>
                    </a:lnT>
                    <a:lnB w="12700" cap="flat" cmpd="sng" algn="ctr">
                      <a:solidFill>
                        <a:srgbClr val="E2E4E6"/>
                      </a:solidFill>
                      <a:prstDash val="solid"/>
                      <a:round/>
                      <a:headEnd type="none" w="med" len="med"/>
                      <a:tailEnd type="none" w="med" len="med"/>
                    </a:lnB>
                    <a:solidFill>
                      <a:srgbClr val="F0F1F2"/>
                    </a:solidFill>
                  </a:tcPr>
                </a:tc>
                <a:extLst>
                  <a:ext uri="{0D108BD9-81ED-4DB2-BD59-A6C34878D82A}">
                    <a16:rowId xmlns:a16="http://schemas.microsoft.com/office/drawing/2014/main" val="10003"/>
                  </a:ext>
                </a:extLst>
              </a:tr>
              <a:tr h="566928">
                <a:tc>
                  <a:txBody>
                    <a:bodyPr/>
                    <a:lstStyle/>
                    <a:p>
                      <a:pPr marL="0" indent="0" algn="l">
                        <a:buNone/>
                      </a:pPr>
                      <a:r>
                        <a:rPr lang="en-US" sz="1300" dirty="0">
                          <a:solidFill>
                            <a:srgbClr val="323232"/>
                          </a:solidFill>
                          <a:latin typeface="Segoe UI" pitchFamily="34" charset="0"/>
                          <a:ea typeface="Segoe UI" pitchFamily="34" charset="-122"/>
                          <a:cs typeface="Segoe UI" pitchFamily="34" charset="-120"/>
                        </a:rPr>
                        <a:t>Rollout</a:t>
                      </a:r>
                      <a:endParaRPr lang="en-US" sz="1300" dirty="0">
                        <a:latin typeface="Segoe UI" charset="0"/>
                        <a:ea typeface="Segoe UI" charset="0"/>
                        <a:cs typeface="Segoe UI" charset="0"/>
                      </a:endParaRPr>
                    </a:p>
                  </a:txBody>
                  <a:tcPr marL="101600" marR="101600" marT="50800" marB="50800" anchor="ctr">
                    <a:lnL w="12700" cap="flat" cmpd="sng" algn="ctr">
                      <a:solidFill>
                        <a:srgbClr val="E2E4E6"/>
                      </a:solidFill>
                      <a:prstDash val="solid"/>
                      <a:round/>
                      <a:headEnd type="none" w="med" len="med"/>
                      <a:tailEnd type="none" w="med" len="med"/>
                    </a:lnL>
                    <a:lnR w="12700" cap="flat" cmpd="sng" algn="ctr">
                      <a:solidFill>
                        <a:srgbClr val="E2E4E6"/>
                      </a:solidFill>
                      <a:prstDash val="solid"/>
                      <a:round/>
                      <a:headEnd type="none" w="med" len="med"/>
                      <a:tailEnd type="none" w="med" len="med"/>
                    </a:lnR>
                    <a:lnT w="12700" cap="flat" cmpd="sng" algn="ctr">
                      <a:solidFill>
                        <a:srgbClr val="E2E4E6"/>
                      </a:solidFill>
                      <a:prstDash val="solid"/>
                      <a:round/>
                      <a:headEnd type="none" w="med" len="med"/>
                      <a:tailEnd type="none" w="med" len="med"/>
                    </a:lnT>
                    <a:lnB w="12700" cap="flat" cmpd="sng" algn="ctr">
                      <a:solidFill>
                        <a:srgbClr val="E2E4E6"/>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23232"/>
                          </a:solidFill>
                          <a:latin typeface="Segoe UI" pitchFamily="34" charset="0"/>
                          <a:ea typeface="Segoe UI" pitchFamily="34" charset="-122"/>
                          <a:cs typeface="Segoe UI" pitchFamily="34" charset="-120"/>
                        </a:rPr>
                        <a:t>Power CAT</a:t>
                      </a:r>
                      <a:endParaRPr lang="en-US" sz="1300" dirty="0">
                        <a:latin typeface="Segoe UI" charset="0"/>
                        <a:ea typeface="Segoe UI" charset="0"/>
                        <a:cs typeface="Segoe UI" charset="0"/>
                      </a:endParaRPr>
                    </a:p>
                  </a:txBody>
                  <a:tcPr marL="101600" marR="101600" marT="50800" marB="50800" anchor="ctr">
                    <a:lnL w="12700" cap="flat" cmpd="sng" algn="ctr">
                      <a:solidFill>
                        <a:srgbClr val="E2E4E6"/>
                      </a:solidFill>
                      <a:prstDash val="solid"/>
                      <a:round/>
                      <a:headEnd type="none" w="med" len="med"/>
                      <a:tailEnd type="none" w="med" len="med"/>
                    </a:lnL>
                    <a:lnR w="12700" cap="flat" cmpd="sng" algn="ctr">
                      <a:solidFill>
                        <a:srgbClr val="E2E4E6"/>
                      </a:solidFill>
                      <a:prstDash val="solid"/>
                      <a:round/>
                      <a:headEnd type="none" w="med" len="med"/>
                      <a:tailEnd type="none" w="med" len="med"/>
                    </a:lnR>
                    <a:lnT w="12700" cap="flat" cmpd="sng" algn="ctr">
                      <a:solidFill>
                        <a:srgbClr val="E2E4E6"/>
                      </a:solidFill>
                      <a:prstDash val="solid"/>
                      <a:round/>
                      <a:headEnd type="none" w="med" len="med"/>
                      <a:tailEnd type="none" w="med" len="med"/>
                    </a:lnT>
                    <a:lnB w="12700" cap="flat" cmpd="sng" algn="ctr">
                      <a:solidFill>
                        <a:srgbClr val="E2E4E6"/>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23232"/>
                          </a:solidFill>
                          <a:latin typeface="Segoe UI" pitchFamily="34" charset="0"/>
                          <a:ea typeface="Segoe UI" pitchFamily="34" charset="-122"/>
                          <a:cs typeface="Segoe UI" pitchFamily="34" charset="-120"/>
                        </a:rPr>
                        <a:t>Planned</a:t>
                      </a:r>
                      <a:endParaRPr lang="en-US" sz="1300" dirty="0">
                        <a:latin typeface="Segoe UI" charset="0"/>
                        <a:ea typeface="Segoe UI" charset="0"/>
                        <a:cs typeface="Segoe UI" charset="0"/>
                      </a:endParaRPr>
                    </a:p>
                  </a:txBody>
                  <a:tcPr marL="101600" marR="101600" marT="50800" marB="50800" anchor="ctr">
                    <a:lnL w="12700" cap="flat" cmpd="sng" algn="ctr">
                      <a:solidFill>
                        <a:srgbClr val="E2E4E6"/>
                      </a:solidFill>
                      <a:prstDash val="solid"/>
                      <a:round/>
                      <a:headEnd type="none" w="med" len="med"/>
                      <a:tailEnd type="none" w="med" len="med"/>
                    </a:lnL>
                    <a:lnR w="12700" cap="flat" cmpd="sng" algn="ctr">
                      <a:solidFill>
                        <a:srgbClr val="E2E4E6"/>
                      </a:solidFill>
                      <a:prstDash val="solid"/>
                      <a:round/>
                      <a:headEnd type="none" w="med" len="med"/>
                      <a:tailEnd type="none" w="med" len="med"/>
                    </a:lnR>
                    <a:lnT w="12700" cap="flat" cmpd="sng" algn="ctr">
                      <a:solidFill>
                        <a:srgbClr val="E2E4E6"/>
                      </a:solidFill>
                      <a:prstDash val="solid"/>
                      <a:round/>
                      <a:headEnd type="none" w="med" len="med"/>
                      <a:tailEnd type="none" w="med" len="med"/>
                    </a:lnT>
                    <a:lnB w="12700" cap="flat" cmpd="sng" algn="ctr">
                      <a:solidFill>
                        <a:srgbClr val="E2E4E6"/>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23232"/>
                          </a:solidFill>
                          <a:latin typeface="Segoe UI" pitchFamily="34" charset="0"/>
                          <a:ea typeface="Segoe UI" pitchFamily="34" charset="-122"/>
                          <a:cs typeface="Segoe UI" pitchFamily="34" charset="-120"/>
                        </a:rPr>
                        <a:t>Q4</a:t>
                      </a:r>
                      <a:endParaRPr lang="en-US" sz="1300" dirty="0">
                        <a:latin typeface="Segoe UI" charset="0"/>
                        <a:ea typeface="Segoe UI" charset="0"/>
                        <a:cs typeface="Segoe UI" charset="0"/>
                      </a:endParaRPr>
                    </a:p>
                  </a:txBody>
                  <a:tcPr marL="101600" marR="101600" marT="50800" marB="50800" anchor="ctr">
                    <a:lnL w="12700" cap="flat" cmpd="sng" algn="ctr">
                      <a:solidFill>
                        <a:srgbClr val="E2E4E6"/>
                      </a:solidFill>
                      <a:prstDash val="solid"/>
                      <a:round/>
                      <a:headEnd type="none" w="med" len="med"/>
                      <a:tailEnd type="none" w="med" len="med"/>
                    </a:lnL>
                    <a:lnR w="12700" cap="flat" cmpd="sng" algn="ctr">
                      <a:solidFill>
                        <a:srgbClr val="E2E4E6"/>
                      </a:solidFill>
                      <a:prstDash val="solid"/>
                      <a:round/>
                      <a:headEnd type="none" w="med" len="med"/>
                      <a:tailEnd type="none" w="med" len="med"/>
                    </a:lnR>
                    <a:lnT w="12700" cap="flat" cmpd="sng" algn="ctr">
                      <a:solidFill>
                        <a:srgbClr val="E2E4E6"/>
                      </a:solidFill>
                      <a:prstDash val="solid"/>
                      <a:round/>
                      <a:headEnd type="none" w="med" len="med"/>
                      <a:tailEnd type="none" w="med" len="med"/>
                    </a:lnT>
                    <a:lnB w="12700" cap="flat" cmpd="sng" algn="ctr">
                      <a:solidFill>
                        <a:srgbClr val="E2E4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ext 3"/>
          <p:cNvSpPr/>
          <p:nvPr/>
        </p:nvSpPr>
        <p:spPr>
          <a:xfrm>
            <a:off x="640080" y="5440680"/>
            <a:ext cx="10911535" cy="365760"/>
          </a:xfrm>
          <a:prstGeom prst="rect">
            <a:avLst/>
          </a:prstGeom>
          <a:noFill/>
          <a:ln/>
        </p:spPr>
        <p:txBody>
          <a:bodyPr wrap="square" lIns="0" tIns="0" rIns="0" bIns="0" rtlCol="0" anchor="ctr"/>
          <a:lstStyle/>
          <a:p>
            <a:pPr marL="0" indent="0">
              <a:buNone/>
            </a:pPr>
            <a:r>
              <a:rPr lang="en-US" sz="1200" i="1" dirty="0">
                <a:solidFill>
                  <a:srgbClr val="8A8F94"/>
                </a:solidFill>
                <a:latin typeface="Segoe UI" pitchFamily="34" charset="0"/>
                <a:ea typeface="Segoe UI" pitchFamily="34" charset="-122"/>
                <a:cs typeface="Segoe UI" pitchFamily="34" charset="-120"/>
              </a:rPr>
              <a:t>Tip: use the dark header row, alternating row fills and a single accent for status — not heavy gridlines.</a:t>
            </a:r>
            <a:endParaRPr lang="en-US" sz="1200" dirty="0"/>
          </a:p>
        </p:txBody>
      </p:sp>
      <p:pic>
        <p:nvPicPr>
          <p:cNvPr id="7" name="Image 0" descr="C:\Users\ifain\OneDrive - Microsoft\Documents\Microsoft Scout\_brandwork\assets\sym_dark.png"/>
          <p:cNvPicPr>
            <a:picLocks noChangeAspect="1"/>
          </p:cNvPicPr>
          <p:nvPr/>
        </p:nvPicPr>
        <p:blipFill>
          <a:blip r:embed="rId3"/>
          <a:stretch>
            <a:fillRect/>
          </a:stretch>
        </p:blipFill>
        <p:spPr>
          <a:xfrm>
            <a:off x="640080" y="6291072"/>
            <a:ext cx="237744" cy="182880"/>
          </a:xfrm>
          <a:prstGeom prst="rect">
            <a:avLst/>
          </a:prstGeom>
        </p:spPr>
      </p:pic>
      <p:sp>
        <p:nvSpPr>
          <p:cNvPr id="8" name="Text 4"/>
          <p:cNvSpPr/>
          <p:nvPr/>
        </p:nvSpPr>
        <p:spPr>
          <a:xfrm>
            <a:off x="932688" y="6254496"/>
            <a:ext cx="2743200" cy="274320"/>
          </a:xfrm>
          <a:prstGeom prst="rect">
            <a:avLst/>
          </a:prstGeom>
          <a:noFill/>
          <a:ln/>
        </p:spPr>
        <p:txBody>
          <a:bodyPr wrap="square" lIns="0" tIns="0" rIns="0" bIns="0" rtlCol="0" anchor="ctr"/>
          <a:lstStyle/>
          <a:p>
            <a:pPr marL="0" indent="0">
              <a:buNone/>
            </a:pPr>
            <a:r>
              <a:rPr lang="en-US" sz="900" dirty="0">
                <a:solidFill>
                  <a:srgbClr val="8A8F94"/>
                </a:solidFill>
                <a:latin typeface="Segoe UI Semibold" pitchFamily="34" charset="0"/>
                <a:ea typeface="Segoe UI Semibold" pitchFamily="34" charset="-122"/>
                <a:cs typeface="Segoe UI Semibold" pitchFamily="34" charset="-120"/>
              </a:rPr>
              <a:t>Power CAT</a:t>
            </a:r>
            <a:endParaRPr lang="en-US" sz="900" dirty="0"/>
          </a:p>
        </p:txBody>
      </p:sp>
      <p:sp>
        <p:nvSpPr>
          <p:cNvPr id="5" name="Text 5"/>
          <p:cNvSpPr/>
          <p:nvPr/>
        </p:nvSpPr>
        <p:spPr>
          <a:xfrm>
            <a:off x="10637215" y="6254496"/>
            <a:ext cx="914400" cy="274320"/>
          </a:xfrm>
          <a:prstGeom prst="rect">
            <a:avLst/>
          </a:prstGeom>
          <a:noFill/>
          <a:ln/>
        </p:spPr>
        <p:txBody>
          <a:bodyPr wrap="square" lIns="0" tIns="0" rIns="0" bIns="0" rtlCol="0" anchor="ctr"/>
          <a:lstStyle/>
          <a:p>
            <a:pPr marL="0" indent="0" algn="r">
              <a:buNone/>
            </a:pPr>
            <a:r>
              <a:rPr lang="en-US" sz="900" dirty="0">
                <a:solidFill>
                  <a:srgbClr val="8A8F94"/>
                </a:solidFill>
                <a:latin typeface="Segoe UI" pitchFamily="34" charset="0"/>
                <a:ea typeface="Segoe UI" pitchFamily="34" charset="-122"/>
                <a:cs typeface="Segoe U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BFB"/>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DA4D84"/>
          </a:solidFill>
          <a:ln/>
        </p:spPr>
        <p:txBody>
          <a:bodyPr/>
          <a:lstStyle/>
          <a:p>
            <a:endParaRPr lang="LID4096"/>
          </a:p>
        </p:txBody>
      </p:sp>
      <p:sp>
        <p:nvSpPr>
          <p:cNvPr id="3" name="Text 1"/>
          <p:cNvSpPr/>
          <p:nvPr/>
        </p:nvSpPr>
        <p:spPr>
          <a:xfrm>
            <a:off x="896112" y="502920"/>
            <a:ext cx="8229600" cy="274320"/>
          </a:xfrm>
          <a:prstGeom prst="rect">
            <a:avLst/>
          </a:prstGeom>
          <a:noFill/>
          <a:ln/>
        </p:spPr>
        <p:txBody>
          <a:bodyPr wrap="square" lIns="0" tIns="0" rIns="0" bIns="0" rtlCol="0" anchor="ctr"/>
          <a:lstStyle/>
          <a:p>
            <a:pPr marL="0" indent="0">
              <a:buNone/>
            </a:pPr>
            <a:r>
              <a:rPr lang="en-US" sz="1100" kern="0" spc="200" dirty="0">
                <a:solidFill>
                  <a:srgbClr val="DA4D84"/>
                </a:solidFill>
                <a:latin typeface="Segoe UI Semibold" pitchFamily="34" charset="0"/>
                <a:ea typeface="Segoe UI Semibold" pitchFamily="34" charset="-122"/>
                <a:cs typeface="Segoe UI Semibold" pitchFamily="34" charset="-120"/>
              </a:rPr>
              <a:t>CONTENT TYPE</a:t>
            </a:r>
            <a:endParaRPr lang="en-US" sz="1100" dirty="0"/>
          </a:p>
        </p:txBody>
      </p:sp>
      <p:sp>
        <p:nvSpPr>
          <p:cNvPr id="4" name="Text 2"/>
          <p:cNvSpPr/>
          <p:nvPr/>
        </p:nvSpPr>
        <p:spPr>
          <a:xfrm>
            <a:off x="640080" y="841248"/>
            <a:ext cx="10911535" cy="685800"/>
          </a:xfrm>
          <a:prstGeom prst="rect">
            <a:avLst/>
          </a:prstGeom>
          <a:noFill/>
          <a:ln/>
        </p:spPr>
        <p:txBody>
          <a:bodyPr wrap="square" lIns="0" tIns="0" rIns="0" bIns="0" rtlCol="0" anchor="ctr"/>
          <a:lstStyle/>
          <a:p>
            <a:pPr marL="0" indent="0">
              <a:buNone/>
            </a:pPr>
            <a:r>
              <a:rPr lang="en-US" sz="3000" b="1" dirty="0">
                <a:solidFill>
                  <a:srgbClr val="323232"/>
                </a:solidFill>
                <a:latin typeface="Segoe UI Semibold" pitchFamily="34" charset="0"/>
                <a:ea typeface="Segoe UI Semibold" pitchFamily="34" charset="-122"/>
                <a:cs typeface="Segoe UI Semibold" pitchFamily="34" charset="-120"/>
              </a:rPr>
              <a:t>Charts</a:t>
            </a:r>
            <a:endParaRPr lang="en-US" sz="3000" dirty="0"/>
          </a:p>
        </p:txBody>
      </p:sp>
      <p:sp>
        <p:nvSpPr>
          <p:cNvPr id="5" name="Text 3"/>
          <p:cNvSpPr/>
          <p:nvPr/>
        </p:nvSpPr>
        <p:spPr>
          <a:xfrm>
            <a:off x="640080" y="1783080"/>
            <a:ext cx="5486400" cy="274320"/>
          </a:xfrm>
          <a:prstGeom prst="rect">
            <a:avLst/>
          </a:prstGeom>
          <a:noFill/>
          <a:ln/>
        </p:spPr>
        <p:txBody>
          <a:bodyPr wrap="square" lIns="0" tIns="0" rIns="0" bIns="0" rtlCol="0" anchor="ctr"/>
          <a:lstStyle/>
          <a:p>
            <a:pPr marL="0" indent="0">
              <a:buNone/>
            </a:pPr>
            <a:r>
              <a:rPr lang="en-US" sz="1300" b="1" dirty="0">
                <a:solidFill>
                  <a:srgbClr val="323232"/>
                </a:solidFill>
                <a:latin typeface="Segoe UI Semibold" pitchFamily="34" charset="0"/>
                <a:ea typeface="Segoe UI Semibold" pitchFamily="34" charset="-122"/>
                <a:cs typeface="Segoe UI Semibold" pitchFamily="34" charset="-120"/>
              </a:rPr>
              <a:t>Column chart</a:t>
            </a:r>
            <a:endParaRPr lang="en-US" sz="1300" dirty="0"/>
          </a:p>
        </p:txBody>
      </p:sp>
      <p:graphicFrame>
        <p:nvGraphicFramePr>
          <p:cNvPr id="6" name="Chart 0"/>
          <p:cNvGraphicFramePr/>
          <p:nvPr/>
        </p:nvGraphicFramePr>
        <p:xfrm>
          <a:off x="640080" y="2103120"/>
          <a:ext cx="557784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6675120" y="1783080"/>
            <a:ext cx="5486400" cy="274320"/>
          </a:xfrm>
          <a:prstGeom prst="rect">
            <a:avLst/>
          </a:prstGeom>
          <a:noFill/>
          <a:ln/>
        </p:spPr>
        <p:txBody>
          <a:bodyPr wrap="square" lIns="0" tIns="0" rIns="0" bIns="0" rtlCol="0" anchor="ctr"/>
          <a:lstStyle/>
          <a:p>
            <a:pPr marL="0" indent="0">
              <a:buNone/>
            </a:pPr>
            <a:r>
              <a:rPr lang="en-US" sz="1300" b="1" dirty="0">
                <a:solidFill>
                  <a:srgbClr val="323232"/>
                </a:solidFill>
                <a:latin typeface="Segoe UI Semibold" pitchFamily="34" charset="0"/>
                <a:ea typeface="Segoe UI Semibold" pitchFamily="34" charset="-122"/>
                <a:cs typeface="Segoe UI Semibold" pitchFamily="34" charset="-120"/>
              </a:rPr>
              <a:t>Donut chart</a:t>
            </a:r>
            <a:endParaRPr lang="en-US" sz="1300" dirty="0"/>
          </a:p>
        </p:txBody>
      </p:sp>
      <p:graphicFrame>
        <p:nvGraphicFramePr>
          <p:cNvPr id="8" name="Chart 1"/>
          <p:cNvGraphicFramePr/>
          <p:nvPr/>
        </p:nvGraphicFramePr>
        <p:xfrm>
          <a:off x="6583680" y="2011680"/>
          <a:ext cx="5120640" cy="3200400"/>
        </p:xfrm>
        <a:graphic>
          <a:graphicData uri="http://schemas.openxmlformats.org/drawingml/2006/chart">
            <c:chart xmlns:c="http://schemas.openxmlformats.org/drawingml/2006/chart" xmlns:r="http://schemas.openxmlformats.org/officeDocument/2006/relationships" r:id="rId4"/>
          </a:graphicData>
        </a:graphic>
      </p:graphicFrame>
      <p:pic>
        <p:nvPicPr>
          <p:cNvPr id="9" name="Image 0" descr="C:\Users\ifain\OneDrive - Microsoft\Documents\Microsoft Scout\_brandwork\assets\sym_dark.png"/>
          <p:cNvPicPr>
            <a:picLocks noChangeAspect="1"/>
          </p:cNvPicPr>
          <p:nvPr/>
        </p:nvPicPr>
        <p:blipFill>
          <a:blip r:embed="rId5"/>
          <a:stretch>
            <a:fillRect/>
          </a:stretch>
        </p:blipFill>
        <p:spPr>
          <a:xfrm>
            <a:off x="640080" y="6291072"/>
            <a:ext cx="237744" cy="182880"/>
          </a:xfrm>
          <a:prstGeom prst="rect">
            <a:avLst/>
          </a:prstGeom>
        </p:spPr>
      </p:pic>
      <p:sp>
        <p:nvSpPr>
          <p:cNvPr id="10" name="Text 5"/>
          <p:cNvSpPr/>
          <p:nvPr/>
        </p:nvSpPr>
        <p:spPr>
          <a:xfrm>
            <a:off x="932688" y="6254496"/>
            <a:ext cx="2743200" cy="274320"/>
          </a:xfrm>
          <a:prstGeom prst="rect">
            <a:avLst/>
          </a:prstGeom>
          <a:noFill/>
          <a:ln/>
        </p:spPr>
        <p:txBody>
          <a:bodyPr wrap="square" lIns="0" tIns="0" rIns="0" bIns="0" rtlCol="0" anchor="ctr"/>
          <a:lstStyle/>
          <a:p>
            <a:pPr marL="0" indent="0">
              <a:buNone/>
            </a:pPr>
            <a:r>
              <a:rPr lang="en-US" sz="900" dirty="0">
                <a:solidFill>
                  <a:srgbClr val="8A8F94"/>
                </a:solidFill>
                <a:latin typeface="Segoe UI Semibold" pitchFamily="34" charset="0"/>
                <a:ea typeface="Segoe UI Semibold" pitchFamily="34" charset="-122"/>
                <a:cs typeface="Segoe UI Semibold" pitchFamily="34" charset="-120"/>
              </a:rPr>
              <a:t>Power CAT</a:t>
            </a:r>
            <a:endParaRPr lang="en-US" sz="900" dirty="0"/>
          </a:p>
        </p:txBody>
      </p:sp>
      <p:sp>
        <p:nvSpPr>
          <p:cNvPr id="11" name="Text 6"/>
          <p:cNvSpPr/>
          <p:nvPr/>
        </p:nvSpPr>
        <p:spPr>
          <a:xfrm>
            <a:off x="10637215" y="6254496"/>
            <a:ext cx="914400" cy="274320"/>
          </a:xfrm>
          <a:prstGeom prst="rect">
            <a:avLst/>
          </a:prstGeom>
          <a:noFill/>
          <a:ln/>
        </p:spPr>
        <p:txBody>
          <a:bodyPr wrap="square" lIns="0" tIns="0" rIns="0" bIns="0" rtlCol="0" anchor="ctr"/>
          <a:lstStyle/>
          <a:p>
            <a:pPr marL="0" indent="0" algn="r">
              <a:buNone/>
            </a:pPr>
            <a:r>
              <a:rPr lang="en-US" sz="900" dirty="0">
                <a:solidFill>
                  <a:srgbClr val="8A8F94"/>
                </a:solidFill>
                <a:latin typeface="Segoe UI" pitchFamily="34" charset="0"/>
                <a:ea typeface="Segoe UI" pitchFamily="34" charset="-122"/>
                <a:cs typeface="Segoe U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BFB"/>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DA4D84"/>
          </a:solidFill>
          <a:ln/>
        </p:spPr>
        <p:txBody>
          <a:bodyPr/>
          <a:lstStyle/>
          <a:p>
            <a:endParaRPr lang="LID4096"/>
          </a:p>
        </p:txBody>
      </p:sp>
      <p:sp>
        <p:nvSpPr>
          <p:cNvPr id="3" name="Text 1"/>
          <p:cNvSpPr/>
          <p:nvPr/>
        </p:nvSpPr>
        <p:spPr>
          <a:xfrm>
            <a:off x="896112" y="502920"/>
            <a:ext cx="8229600" cy="274320"/>
          </a:xfrm>
          <a:prstGeom prst="rect">
            <a:avLst/>
          </a:prstGeom>
          <a:noFill/>
          <a:ln/>
        </p:spPr>
        <p:txBody>
          <a:bodyPr wrap="square" lIns="0" tIns="0" rIns="0" bIns="0" rtlCol="0" anchor="ctr"/>
          <a:lstStyle/>
          <a:p>
            <a:pPr marL="0" indent="0">
              <a:buNone/>
            </a:pPr>
            <a:r>
              <a:rPr lang="en-US" sz="1100" kern="0" spc="200" dirty="0">
                <a:solidFill>
                  <a:srgbClr val="DA4D84"/>
                </a:solidFill>
                <a:latin typeface="Segoe UI Semibold" pitchFamily="34" charset="0"/>
                <a:ea typeface="Segoe UI Semibold" pitchFamily="34" charset="-122"/>
                <a:cs typeface="Segoe UI Semibold" pitchFamily="34" charset="-120"/>
              </a:rPr>
              <a:t>CONTENT TYPE</a:t>
            </a:r>
            <a:endParaRPr lang="en-US" sz="1100" dirty="0"/>
          </a:p>
        </p:txBody>
      </p:sp>
      <p:sp>
        <p:nvSpPr>
          <p:cNvPr id="4" name="Text 2"/>
          <p:cNvSpPr/>
          <p:nvPr/>
        </p:nvSpPr>
        <p:spPr>
          <a:xfrm>
            <a:off x="640080" y="841248"/>
            <a:ext cx="10911535" cy="685800"/>
          </a:xfrm>
          <a:prstGeom prst="rect">
            <a:avLst/>
          </a:prstGeom>
          <a:noFill/>
          <a:ln/>
        </p:spPr>
        <p:txBody>
          <a:bodyPr wrap="square" lIns="0" tIns="0" rIns="0" bIns="0" rtlCol="0" anchor="ctr"/>
          <a:lstStyle/>
          <a:p>
            <a:pPr marL="0" indent="0">
              <a:buNone/>
            </a:pPr>
            <a:r>
              <a:rPr lang="en-US" sz="3000" b="1" dirty="0">
                <a:solidFill>
                  <a:srgbClr val="323232"/>
                </a:solidFill>
                <a:latin typeface="Segoe UI Semibold" pitchFamily="34" charset="0"/>
                <a:ea typeface="Segoe UI Semibold" pitchFamily="34" charset="-122"/>
                <a:cs typeface="Segoe UI Semibold" pitchFamily="34" charset="-120"/>
              </a:rPr>
              <a:t>Images</a:t>
            </a:r>
            <a:endParaRPr lang="en-US" sz="3000" dirty="0"/>
          </a:p>
        </p:txBody>
      </p:sp>
      <p:pic>
        <p:nvPicPr>
          <p:cNvPr id="5" name="Image 0" descr="C:\Users\ifain\OneDrive - Microsoft\Documents\Microsoft Scout\_brandwork\assets\ph_pink.jpg"/>
          <p:cNvPicPr>
            <a:picLocks noChangeAspect="1"/>
          </p:cNvPicPr>
          <p:nvPr/>
        </p:nvPicPr>
        <p:blipFill>
          <a:blip r:embed="rId3"/>
          <a:srcRect/>
          <a:stretch/>
        </p:blipFill>
        <p:spPr>
          <a:xfrm>
            <a:off x="640080" y="1874520"/>
            <a:ext cx="5486400" cy="3291840"/>
          </a:xfrm>
          <a:prstGeom prst="rect">
            <a:avLst/>
          </a:prstGeom>
        </p:spPr>
      </p:pic>
      <p:sp>
        <p:nvSpPr>
          <p:cNvPr id="6" name="Text 3"/>
          <p:cNvSpPr/>
          <p:nvPr/>
        </p:nvSpPr>
        <p:spPr>
          <a:xfrm>
            <a:off x="640080" y="5212080"/>
            <a:ext cx="5486400" cy="274320"/>
          </a:xfrm>
          <a:prstGeom prst="rect">
            <a:avLst/>
          </a:prstGeom>
          <a:noFill/>
          <a:ln/>
        </p:spPr>
        <p:txBody>
          <a:bodyPr wrap="square" lIns="0" tIns="0" rIns="0" bIns="0" rtlCol="0" anchor="ctr"/>
          <a:lstStyle/>
          <a:p>
            <a:pPr marL="0" indent="0">
              <a:buNone/>
            </a:pPr>
            <a:r>
              <a:rPr lang="en-US" sz="1100" i="1" dirty="0">
                <a:solidFill>
                  <a:srgbClr val="8A8F94"/>
                </a:solidFill>
                <a:latin typeface="Segoe UI" pitchFamily="34" charset="0"/>
                <a:ea typeface="Segoe UI" pitchFamily="34" charset="-122"/>
                <a:cs typeface="Segoe UI" pitchFamily="34" charset="-120"/>
              </a:rPr>
              <a:t>Feature image with caption</a:t>
            </a:r>
            <a:endParaRPr lang="en-US" sz="1100" dirty="0"/>
          </a:p>
        </p:txBody>
      </p:sp>
      <p:pic>
        <p:nvPicPr>
          <p:cNvPr id="7" name="Image 1" descr="C:\Users\ifain\OneDrive - Microsoft\Documents\Microsoft Scout\_brandwork\assets\ph_dark.jpg"/>
          <p:cNvPicPr>
            <a:picLocks noChangeAspect="1"/>
          </p:cNvPicPr>
          <p:nvPr/>
        </p:nvPicPr>
        <p:blipFill>
          <a:blip r:embed="rId4"/>
          <a:srcRect/>
          <a:stretch/>
        </p:blipFill>
        <p:spPr>
          <a:xfrm>
            <a:off x="6355080" y="1874520"/>
            <a:ext cx="2651760" cy="1572768"/>
          </a:xfrm>
          <a:prstGeom prst="rect">
            <a:avLst/>
          </a:prstGeom>
        </p:spPr>
      </p:pic>
      <p:pic>
        <p:nvPicPr>
          <p:cNvPr id="8" name="Image 2" descr="C:\Users\ifain\OneDrive - Microsoft\Documents\Microsoft Scout\_brandwork\assets\ph_gray.jpg"/>
          <p:cNvPicPr>
            <a:picLocks noChangeAspect="1"/>
          </p:cNvPicPr>
          <p:nvPr/>
        </p:nvPicPr>
        <p:blipFill>
          <a:blip r:embed="rId5"/>
          <a:srcRect/>
          <a:stretch/>
        </p:blipFill>
        <p:spPr>
          <a:xfrm>
            <a:off x="9125712" y="1874520"/>
            <a:ext cx="2697480" cy="1572768"/>
          </a:xfrm>
          <a:prstGeom prst="rect">
            <a:avLst/>
          </a:prstGeom>
        </p:spPr>
      </p:pic>
      <p:pic>
        <p:nvPicPr>
          <p:cNvPr id="9" name="Image 3" descr="C:\Users\ifain\OneDrive - Microsoft\Documents\Microsoft Scout\_brandwork\assets\ph_gray.jpg"/>
          <p:cNvPicPr>
            <a:picLocks noChangeAspect="1"/>
          </p:cNvPicPr>
          <p:nvPr/>
        </p:nvPicPr>
        <p:blipFill>
          <a:blip r:embed="rId5"/>
          <a:srcRect/>
          <a:stretch/>
        </p:blipFill>
        <p:spPr>
          <a:xfrm>
            <a:off x="6355080" y="3584448"/>
            <a:ext cx="2651760" cy="1572768"/>
          </a:xfrm>
          <a:prstGeom prst="rect">
            <a:avLst/>
          </a:prstGeom>
        </p:spPr>
      </p:pic>
      <p:pic>
        <p:nvPicPr>
          <p:cNvPr id="10" name="Image 4" descr="C:\Users\ifain\OneDrive - Microsoft\Documents\Microsoft Scout\_brandwork\assets\ph_pink.jpg"/>
          <p:cNvPicPr>
            <a:picLocks noChangeAspect="1"/>
          </p:cNvPicPr>
          <p:nvPr/>
        </p:nvPicPr>
        <p:blipFill>
          <a:blip r:embed="rId3"/>
          <a:srcRect/>
          <a:stretch/>
        </p:blipFill>
        <p:spPr>
          <a:xfrm>
            <a:off x="9125712" y="3584448"/>
            <a:ext cx="2697480" cy="1572768"/>
          </a:xfrm>
          <a:prstGeom prst="rect">
            <a:avLst/>
          </a:prstGeom>
        </p:spPr>
      </p:pic>
      <p:sp>
        <p:nvSpPr>
          <p:cNvPr id="11" name="Text 4"/>
          <p:cNvSpPr/>
          <p:nvPr/>
        </p:nvSpPr>
        <p:spPr>
          <a:xfrm>
            <a:off x="6355080" y="5212080"/>
            <a:ext cx="5486400" cy="274320"/>
          </a:xfrm>
          <a:prstGeom prst="rect">
            <a:avLst/>
          </a:prstGeom>
          <a:noFill/>
          <a:ln/>
        </p:spPr>
        <p:txBody>
          <a:bodyPr wrap="square" lIns="0" tIns="0" rIns="0" bIns="0" rtlCol="0" anchor="ctr"/>
          <a:lstStyle/>
          <a:p>
            <a:pPr marL="0" indent="0">
              <a:buNone/>
            </a:pPr>
            <a:r>
              <a:rPr lang="en-US" sz="1100" i="1" dirty="0">
                <a:solidFill>
                  <a:srgbClr val="8A8F94"/>
                </a:solidFill>
                <a:latin typeface="Segoe UI" pitchFamily="34" charset="0"/>
                <a:ea typeface="Segoe UI" pitchFamily="34" charset="-122"/>
                <a:cs typeface="Segoe UI" pitchFamily="34" charset="-120"/>
              </a:rPr>
              <a:t>Pair one hero image with a tidy grid. Keep consistent gaps and respect the logo clear-space rule.</a:t>
            </a:r>
            <a:endParaRPr lang="en-US" sz="1100" dirty="0"/>
          </a:p>
        </p:txBody>
      </p:sp>
      <p:pic>
        <p:nvPicPr>
          <p:cNvPr id="12" name="Image 5" descr="C:\Users\ifain\OneDrive - Microsoft\Documents\Microsoft Scout\_brandwork\assets\sym_dark.png"/>
          <p:cNvPicPr>
            <a:picLocks noChangeAspect="1"/>
          </p:cNvPicPr>
          <p:nvPr/>
        </p:nvPicPr>
        <p:blipFill>
          <a:blip r:embed="rId6"/>
          <a:stretch>
            <a:fillRect/>
          </a:stretch>
        </p:blipFill>
        <p:spPr>
          <a:xfrm>
            <a:off x="640080" y="6291072"/>
            <a:ext cx="237744" cy="182880"/>
          </a:xfrm>
          <a:prstGeom prst="rect">
            <a:avLst/>
          </a:prstGeom>
        </p:spPr>
      </p:pic>
      <p:sp>
        <p:nvSpPr>
          <p:cNvPr id="13" name="Text 5"/>
          <p:cNvSpPr/>
          <p:nvPr/>
        </p:nvSpPr>
        <p:spPr>
          <a:xfrm>
            <a:off x="932688" y="6254496"/>
            <a:ext cx="2743200" cy="274320"/>
          </a:xfrm>
          <a:prstGeom prst="rect">
            <a:avLst/>
          </a:prstGeom>
          <a:noFill/>
          <a:ln/>
        </p:spPr>
        <p:txBody>
          <a:bodyPr wrap="square" lIns="0" tIns="0" rIns="0" bIns="0" rtlCol="0" anchor="ctr"/>
          <a:lstStyle/>
          <a:p>
            <a:pPr marL="0" indent="0">
              <a:buNone/>
            </a:pPr>
            <a:r>
              <a:rPr lang="en-US" sz="900" dirty="0">
                <a:solidFill>
                  <a:srgbClr val="8A8F94"/>
                </a:solidFill>
                <a:latin typeface="Segoe UI Semibold" pitchFamily="34" charset="0"/>
                <a:ea typeface="Segoe UI Semibold" pitchFamily="34" charset="-122"/>
                <a:cs typeface="Segoe UI Semibold" pitchFamily="34" charset="-120"/>
              </a:rPr>
              <a:t>Power CAT</a:t>
            </a:r>
            <a:endParaRPr lang="en-US" sz="900" dirty="0"/>
          </a:p>
        </p:txBody>
      </p:sp>
      <p:sp>
        <p:nvSpPr>
          <p:cNvPr id="14" name="Text 6"/>
          <p:cNvSpPr/>
          <p:nvPr/>
        </p:nvSpPr>
        <p:spPr>
          <a:xfrm>
            <a:off x="10637215" y="6254496"/>
            <a:ext cx="914400" cy="274320"/>
          </a:xfrm>
          <a:prstGeom prst="rect">
            <a:avLst/>
          </a:prstGeom>
          <a:noFill/>
          <a:ln/>
        </p:spPr>
        <p:txBody>
          <a:bodyPr wrap="square" lIns="0" tIns="0" rIns="0" bIns="0" rtlCol="0" anchor="ctr"/>
          <a:lstStyle/>
          <a:p>
            <a:pPr marL="0" indent="0" algn="r">
              <a:buNone/>
            </a:pPr>
            <a:r>
              <a:rPr lang="en-US" sz="900" dirty="0">
                <a:solidFill>
                  <a:srgbClr val="8A8F94"/>
                </a:solidFill>
                <a:latin typeface="Segoe UI" pitchFamily="34" charset="0"/>
                <a:ea typeface="Segoe UI" pitchFamily="34" charset="-122"/>
                <a:cs typeface="Segoe U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323232"/>
        </a:solidFill>
        <a:effectLst/>
      </p:bgPr>
    </p:bg>
    <p:spTree>
      <p:nvGrpSpPr>
        <p:cNvPr id="1" name=""/>
        <p:cNvGrpSpPr/>
        <p:nvPr/>
      </p:nvGrpSpPr>
      <p:grpSpPr>
        <a:xfrm>
          <a:off x="0" y="0"/>
          <a:ext cx="0" cy="0"/>
          <a:chOff x="0" y="0"/>
          <a:chExt cx="0" cy="0"/>
        </a:xfrm>
      </p:grpSpPr>
      <p:sp>
        <p:nvSpPr>
          <p:cNvPr id="2" name="Text 0"/>
          <p:cNvSpPr/>
          <p:nvPr/>
        </p:nvSpPr>
        <p:spPr>
          <a:xfrm>
            <a:off x="594360" y="822960"/>
            <a:ext cx="2743200" cy="1828800"/>
          </a:xfrm>
          <a:prstGeom prst="rect">
            <a:avLst/>
          </a:prstGeom>
          <a:noFill/>
          <a:ln/>
        </p:spPr>
        <p:txBody>
          <a:bodyPr wrap="square" lIns="0" tIns="0" rIns="0" bIns="0" rtlCol="0" anchor="ctr"/>
          <a:lstStyle/>
          <a:p>
            <a:pPr marL="0" indent="0">
              <a:buNone/>
            </a:pPr>
            <a:r>
              <a:rPr lang="en-US" sz="15000" dirty="0">
                <a:solidFill>
                  <a:srgbClr val="DA4D84"/>
                </a:solidFill>
                <a:latin typeface="Segoe UI Semibold" pitchFamily="34" charset="0"/>
                <a:ea typeface="Segoe UI Semibold" pitchFamily="34" charset="-122"/>
                <a:cs typeface="Segoe UI Semibold" pitchFamily="34" charset="-120"/>
              </a:rPr>
              <a:t>“</a:t>
            </a:r>
            <a:endParaRPr lang="en-US" sz="15000" dirty="0"/>
          </a:p>
        </p:txBody>
      </p:sp>
      <p:sp>
        <p:nvSpPr>
          <p:cNvPr id="3" name="Text 1"/>
          <p:cNvSpPr/>
          <p:nvPr/>
        </p:nvSpPr>
        <p:spPr>
          <a:xfrm>
            <a:off x="640080" y="2468880"/>
            <a:ext cx="9601200" cy="2011680"/>
          </a:xfrm>
          <a:prstGeom prst="rect">
            <a:avLst/>
          </a:prstGeom>
          <a:noFill/>
          <a:ln/>
        </p:spPr>
        <p:txBody>
          <a:bodyPr wrap="square" lIns="0" tIns="0" rIns="0" bIns="0" rtlCol="0" anchor="ctr"/>
          <a:lstStyle/>
          <a:p>
            <a:pPr marL="0" indent="0">
              <a:lnSpc>
                <a:spcPct val="115000"/>
              </a:lnSpc>
              <a:buNone/>
            </a:pPr>
            <a:r>
              <a:rPr lang="en-US" sz="3200" dirty="0">
                <a:solidFill>
                  <a:srgbClr val="FAFBFB"/>
                </a:solidFill>
                <a:latin typeface="Segoe UI Light" pitchFamily="34" charset="0"/>
                <a:ea typeface="Segoe UI Light" pitchFamily="34" charset="-122"/>
                <a:cs typeface="Segoe UI Light" pitchFamily="34" charset="-120"/>
              </a:rPr>
              <a:t>It's about conceiving simplicity right in the core of your architecture and design. It's going to help people use what we build.</a:t>
            </a:r>
            <a:endParaRPr lang="en-US" sz="3200" dirty="0"/>
          </a:p>
        </p:txBody>
      </p:sp>
      <p:sp>
        <p:nvSpPr>
          <p:cNvPr id="4" name="Shape 2"/>
          <p:cNvSpPr/>
          <p:nvPr/>
        </p:nvSpPr>
        <p:spPr>
          <a:xfrm>
            <a:off x="640080" y="4846320"/>
            <a:ext cx="457200" cy="45720"/>
          </a:xfrm>
          <a:prstGeom prst="rect">
            <a:avLst/>
          </a:prstGeom>
          <a:solidFill>
            <a:srgbClr val="DA4D84"/>
          </a:solidFill>
          <a:ln/>
        </p:spPr>
        <p:txBody>
          <a:bodyPr/>
          <a:lstStyle/>
          <a:p>
            <a:endParaRPr lang="LID4096"/>
          </a:p>
        </p:txBody>
      </p:sp>
      <p:sp>
        <p:nvSpPr>
          <p:cNvPr id="5" name="Text 3"/>
          <p:cNvSpPr/>
          <p:nvPr/>
        </p:nvSpPr>
        <p:spPr>
          <a:xfrm>
            <a:off x="640080" y="5029200"/>
            <a:ext cx="9144000" cy="365760"/>
          </a:xfrm>
          <a:prstGeom prst="rect">
            <a:avLst/>
          </a:prstGeom>
          <a:noFill/>
          <a:ln/>
        </p:spPr>
        <p:txBody>
          <a:bodyPr wrap="square" lIns="0" tIns="0" rIns="0" bIns="0" rtlCol="0" anchor="ctr"/>
          <a:lstStyle/>
          <a:p>
            <a:pPr marL="0" indent="0">
              <a:buNone/>
            </a:pPr>
            <a:r>
              <a:rPr lang="en-US" sz="1400" b="1" dirty="0">
                <a:solidFill>
                  <a:srgbClr val="FAFBFB"/>
                </a:solidFill>
                <a:latin typeface="Segoe UI" pitchFamily="34" charset="0"/>
                <a:ea typeface="Segoe UI" pitchFamily="34" charset="-122"/>
                <a:cs typeface="Segoe UI" pitchFamily="34" charset="-120"/>
              </a:rPr>
              <a:t>Attribution Name</a:t>
            </a:r>
            <a:r>
              <a:rPr lang="en-US" sz="1400" dirty="0">
                <a:solidFill>
                  <a:srgbClr val="8A8F94"/>
                </a:solidFill>
                <a:latin typeface="Segoe UI" pitchFamily="34" charset="0"/>
                <a:ea typeface="Segoe UI" pitchFamily="34" charset="-122"/>
                <a:cs typeface="Segoe UI" pitchFamily="34" charset="-120"/>
              </a:rPr>
              <a:t>  ·  Role / Source</a:t>
            </a:r>
            <a:endParaRPr lang="en-US" sz="1400" dirty="0"/>
          </a:p>
        </p:txBody>
      </p:sp>
      <p:pic>
        <p:nvPicPr>
          <p:cNvPr id="6" name="Image 0" descr="C:\Users\ifain\OneDrive - Microsoft\Documents\Microsoft Scout\_brandwork\assets\sym_light.png"/>
          <p:cNvPicPr>
            <a:picLocks noChangeAspect="1"/>
          </p:cNvPicPr>
          <p:nvPr/>
        </p:nvPicPr>
        <p:blipFill>
          <a:blip r:embed="rId3"/>
          <a:stretch>
            <a:fillRect/>
          </a:stretch>
        </p:blipFill>
        <p:spPr>
          <a:xfrm>
            <a:off x="640080" y="6291072"/>
            <a:ext cx="237744" cy="182880"/>
          </a:xfrm>
          <a:prstGeom prst="rect">
            <a:avLst/>
          </a:prstGeom>
        </p:spPr>
      </p:pic>
      <p:sp>
        <p:nvSpPr>
          <p:cNvPr id="7" name="Text 4"/>
          <p:cNvSpPr/>
          <p:nvPr/>
        </p:nvSpPr>
        <p:spPr>
          <a:xfrm>
            <a:off x="932688" y="6254496"/>
            <a:ext cx="2743200" cy="274320"/>
          </a:xfrm>
          <a:prstGeom prst="rect">
            <a:avLst/>
          </a:prstGeom>
          <a:noFill/>
          <a:ln/>
        </p:spPr>
        <p:txBody>
          <a:bodyPr wrap="square" lIns="0" tIns="0" rIns="0" bIns="0" rtlCol="0" anchor="ctr"/>
          <a:lstStyle/>
          <a:p>
            <a:pPr marL="0" indent="0">
              <a:buNone/>
            </a:pPr>
            <a:r>
              <a:rPr lang="en-US" sz="900" dirty="0">
                <a:solidFill>
                  <a:srgbClr val="FAFBFB"/>
                </a:solidFill>
                <a:latin typeface="Segoe UI Semibold" pitchFamily="34" charset="0"/>
                <a:ea typeface="Segoe UI Semibold" pitchFamily="34" charset="-122"/>
                <a:cs typeface="Segoe UI Semibold" pitchFamily="34" charset="-120"/>
              </a:rPr>
              <a:t>Power CAT</a:t>
            </a:r>
            <a:endParaRPr lang="en-US" sz="900" dirty="0"/>
          </a:p>
        </p:txBody>
      </p:sp>
      <p:sp>
        <p:nvSpPr>
          <p:cNvPr id="8" name="Text 5"/>
          <p:cNvSpPr/>
          <p:nvPr/>
        </p:nvSpPr>
        <p:spPr>
          <a:xfrm>
            <a:off x="10637215" y="6254496"/>
            <a:ext cx="914400" cy="274320"/>
          </a:xfrm>
          <a:prstGeom prst="rect">
            <a:avLst/>
          </a:prstGeom>
          <a:noFill/>
          <a:ln/>
        </p:spPr>
        <p:txBody>
          <a:bodyPr wrap="square" lIns="0" tIns="0" rIns="0" bIns="0" rtlCol="0" anchor="ctr"/>
          <a:lstStyle/>
          <a:p>
            <a:pPr marL="0" indent="0" algn="r">
              <a:buNone/>
            </a:pPr>
            <a:r>
              <a:rPr lang="en-US" sz="900" dirty="0">
                <a:solidFill>
                  <a:srgbClr val="FAFBFB"/>
                </a:solidFill>
                <a:latin typeface="Segoe UI" pitchFamily="34" charset="0"/>
                <a:ea typeface="Segoe UI" pitchFamily="34" charset="-122"/>
                <a:cs typeface="Segoe U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BFB"/>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DA4D84"/>
          </a:solidFill>
          <a:ln/>
        </p:spPr>
        <p:txBody>
          <a:bodyPr/>
          <a:lstStyle/>
          <a:p>
            <a:endParaRPr lang="LID4096"/>
          </a:p>
        </p:txBody>
      </p:sp>
      <p:sp>
        <p:nvSpPr>
          <p:cNvPr id="3" name="Text 1"/>
          <p:cNvSpPr/>
          <p:nvPr/>
        </p:nvSpPr>
        <p:spPr>
          <a:xfrm>
            <a:off x="896112" y="502920"/>
            <a:ext cx="8229600" cy="274320"/>
          </a:xfrm>
          <a:prstGeom prst="rect">
            <a:avLst/>
          </a:prstGeom>
          <a:noFill/>
          <a:ln/>
        </p:spPr>
        <p:txBody>
          <a:bodyPr wrap="square" lIns="0" tIns="0" rIns="0" bIns="0" rtlCol="0" anchor="ctr"/>
          <a:lstStyle/>
          <a:p>
            <a:pPr marL="0" indent="0">
              <a:buNone/>
            </a:pPr>
            <a:r>
              <a:rPr lang="en-US" sz="1100" kern="0" spc="200" dirty="0">
                <a:solidFill>
                  <a:srgbClr val="DA4D84"/>
                </a:solidFill>
                <a:latin typeface="Segoe UI Semibold" pitchFamily="34" charset="0"/>
                <a:ea typeface="Segoe UI Semibold" pitchFamily="34" charset="-122"/>
                <a:cs typeface="Segoe UI Semibold" pitchFamily="34" charset="-120"/>
              </a:rPr>
              <a:t>CONTENT TYPE</a:t>
            </a:r>
            <a:endParaRPr lang="en-US" sz="1100" dirty="0"/>
          </a:p>
        </p:txBody>
      </p:sp>
      <p:sp>
        <p:nvSpPr>
          <p:cNvPr id="4" name="Text 2"/>
          <p:cNvSpPr/>
          <p:nvPr/>
        </p:nvSpPr>
        <p:spPr>
          <a:xfrm>
            <a:off x="640080" y="841248"/>
            <a:ext cx="10911535" cy="685800"/>
          </a:xfrm>
          <a:prstGeom prst="rect">
            <a:avLst/>
          </a:prstGeom>
          <a:noFill/>
          <a:ln/>
        </p:spPr>
        <p:txBody>
          <a:bodyPr wrap="square" lIns="0" tIns="0" rIns="0" bIns="0" rtlCol="0" anchor="ctr"/>
          <a:lstStyle/>
          <a:p>
            <a:pPr marL="0" indent="0">
              <a:buNone/>
            </a:pPr>
            <a:r>
              <a:rPr lang="en-US" sz="3000" b="1" dirty="0">
                <a:solidFill>
                  <a:srgbClr val="323232"/>
                </a:solidFill>
                <a:latin typeface="Segoe UI Semibold" pitchFamily="34" charset="0"/>
                <a:ea typeface="Segoe UI Semibold" pitchFamily="34" charset="-122"/>
                <a:cs typeface="Segoe UI Semibold" pitchFamily="34" charset="-120"/>
              </a:rPr>
              <a:t>Comparison</a:t>
            </a:r>
            <a:endParaRPr lang="en-US" sz="3000" dirty="0"/>
          </a:p>
        </p:txBody>
      </p:sp>
      <p:sp>
        <p:nvSpPr>
          <p:cNvPr id="5" name="Shape 3"/>
          <p:cNvSpPr/>
          <p:nvPr/>
        </p:nvSpPr>
        <p:spPr>
          <a:xfrm>
            <a:off x="640080" y="1920240"/>
            <a:ext cx="5349240" cy="3383280"/>
          </a:xfrm>
          <a:prstGeom prst="rect">
            <a:avLst/>
          </a:prstGeom>
          <a:solidFill>
            <a:srgbClr val="F0F1F2"/>
          </a:solidFill>
          <a:ln/>
        </p:spPr>
        <p:txBody>
          <a:bodyPr/>
          <a:lstStyle/>
          <a:p>
            <a:endParaRPr lang="LID4096"/>
          </a:p>
        </p:txBody>
      </p:sp>
      <p:sp>
        <p:nvSpPr>
          <p:cNvPr id="6" name="Shape 4"/>
          <p:cNvSpPr/>
          <p:nvPr/>
        </p:nvSpPr>
        <p:spPr>
          <a:xfrm>
            <a:off x="640080" y="1920240"/>
            <a:ext cx="5349240" cy="640080"/>
          </a:xfrm>
          <a:prstGeom prst="rect">
            <a:avLst/>
          </a:prstGeom>
          <a:solidFill>
            <a:srgbClr val="323232"/>
          </a:solidFill>
          <a:ln/>
        </p:spPr>
        <p:txBody>
          <a:bodyPr/>
          <a:lstStyle/>
          <a:p>
            <a:endParaRPr lang="LID4096"/>
          </a:p>
        </p:txBody>
      </p:sp>
      <p:sp>
        <p:nvSpPr>
          <p:cNvPr id="7" name="Text 5"/>
          <p:cNvSpPr/>
          <p:nvPr/>
        </p:nvSpPr>
        <p:spPr>
          <a:xfrm>
            <a:off x="960120" y="1920240"/>
            <a:ext cx="4572000" cy="640080"/>
          </a:xfrm>
          <a:prstGeom prst="rect">
            <a:avLst/>
          </a:prstGeom>
          <a:noFill/>
          <a:ln/>
        </p:spPr>
        <p:txBody>
          <a:bodyPr wrap="square" lIns="0" tIns="0" rIns="0" bIns="0" rtlCol="0" anchor="ctr"/>
          <a:lstStyle/>
          <a:p>
            <a:pPr marL="0" indent="0">
              <a:buNone/>
            </a:pPr>
            <a:r>
              <a:rPr lang="en-US" sz="1700" b="1" dirty="0">
                <a:solidFill>
                  <a:srgbClr val="FAFBFB"/>
                </a:solidFill>
                <a:latin typeface="Segoe UI Semibold" pitchFamily="34" charset="0"/>
                <a:ea typeface="Segoe UI Semibold" pitchFamily="34" charset="-122"/>
                <a:cs typeface="Segoe UI Semibold" pitchFamily="34" charset="-120"/>
              </a:rPr>
              <a:t>Before</a:t>
            </a:r>
            <a:endParaRPr lang="en-US" sz="1700" dirty="0"/>
          </a:p>
        </p:txBody>
      </p:sp>
      <p:sp>
        <p:nvSpPr>
          <p:cNvPr id="8" name="Text 6"/>
          <p:cNvSpPr/>
          <p:nvPr/>
        </p:nvSpPr>
        <p:spPr>
          <a:xfrm>
            <a:off x="960120" y="2743200"/>
            <a:ext cx="4663440" cy="23774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323232"/>
                </a:solidFill>
                <a:latin typeface="Segoe UI" pitchFamily="34" charset="0"/>
                <a:ea typeface="Segoe UI" pitchFamily="34" charset="-122"/>
                <a:cs typeface="Segoe UI" pitchFamily="34" charset="-120"/>
              </a:rPr>
              <a:t>Manual, slow hand-offs</a:t>
            </a:r>
            <a:endParaRPr lang="en-US" sz="1500" dirty="0"/>
          </a:p>
          <a:p>
            <a:pPr marL="342900" indent="-342900">
              <a:spcAft>
                <a:spcPts val="1000"/>
              </a:spcAft>
              <a:buSzPct val="100000"/>
              <a:buChar char="•"/>
            </a:pPr>
            <a:r>
              <a:rPr lang="en-US" sz="1500" dirty="0">
                <a:solidFill>
                  <a:srgbClr val="323232"/>
                </a:solidFill>
                <a:latin typeface="Segoe UI" pitchFamily="34" charset="0"/>
                <a:ea typeface="Segoe UI" pitchFamily="34" charset="-122"/>
                <a:cs typeface="Segoe UI" pitchFamily="34" charset="-120"/>
              </a:rPr>
              <a:t>Inconsistent branding</a:t>
            </a:r>
            <a:endParaRPr lang="en-US" sz="1500" dirty="0"/>
          </a:p>
          <a:p>
            <a:pPr marL="342900" indent="-342900">
              <a:buSzPct val="100000"/>
              <a:buChar char="•"/>
            </a:pPr>
            <a:r>
              <a:rPr lang="en-US" sz="1500" dirty="0">
                <a:solidFill>
                  <a:srgbClr val="323232"/>
                </a:solidFill>
                <a:latin typeface="Segoe UI" pitchFamily="34" charset="0"/>
                <a:ea typeface="Segoe UI" pitchFamily="34" charset="-122"/>
                <a:cs typeface="Segoe UI" pitchFamily="34" charset="-120"/>
              </a:rPr>
              <a:t>No single source of truth</a:t>
            </a:r>
            <a:endParaRPr lang="en-US" sz="1500" dirty="0"/>
          </a:p>
        </p:txBody>
      </p:sp>
      <p:sp>
        <p:nvSpPr>
          <p:cNvPr id="9" name="Shape 7"/>
          <p:cNvSpPr/>
          <p:nvPr/>
        </p:nvSpPr>
        <p:spPr>
          <a:xfrm>
            <a:off x="6263640" y="1920240"/>
            <a:ext cx="5349240" cy="3383280"/>
          </a:xfrm>
          <a:prstGeom prst="rect">
            <a:avLst/>
          </a:prstGeom>
          <a:solidFill>
            <a:srgbClr val="F6D4E3"/>
          </a:solidFill>
          <a:ln/>
        </p:spPr>
        <p:txBody>
          <a:bodyPr/>
          <a:lstStyle/>
          <a:p>
            <a:endParaRPr lang="LID4096"/>
          </a:p>
        </p:txBody>
      </p:sp>
      <p:sp>
        <p:nvSpPr>
          <p:cNvPr id="10" name="Shape 8"/>
          <p:cNvSpPr/>
          <p:nvPr/>
        </p:nvSpPr>
        <p:spPr>
          <a:xfrm>
            <a:off x="6263640" y="1920240"/>
            <a:ext cx="5349240" cy="640080"/>
          </a:xfrm>
          <a:prstGeom prst="rect">
            <a:avLst/>
          </a:prstGeom>
          <a:solidFill>
            <a:srgbClr val="DA4D84"/>
          </a:solidFill>
          <a:ln/>
        </p:spPr>
        <p:txBody>
          <a:bodyPr/>
          <a:lstStyle/>
          <a:p>
            <a:endParaRPr lang="LID4096"/>
          </a:p>
        </p:txBody>
      </p:sp>
      <p:sp>
        <p:nvSpPr>
          <p:cNvPr id="11" name="Text 9"/>
          <p:cNvSpPr/>
          <p:nvPr/>
        </p:nvSpPr>
        <p:spPr>
          <a:xfrm>
            <a:off x="6583680" y="1920240"/>
            <a:ext cx="4572000" cy="640080"/>
          </a:xfrm>
          <a:prstGeom prst="rect">
            <a:avLst/>
          </a:prstGeom>
          <a:noFill/>
          <a:ln/>
        </p:spPr>
        <p:txBody>
          <a:bodyPr wrap="square" lIns="0" tIns="0" rIns="0" bIns="0" rtlCol="0" anchor="ct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After</a:t>
            </a:r>
            <a:endParaRPr lang="en-US" sz="1700" dirty="0"/>
          </a:p>
        </p:txBody>
      </p:sp>
      <p:sp>
        <p:nvSpPr>
          <p:cNvPr id="12" name="Text 10"/>
          <p:cNvSpPr/>
          <p:nvPr/>
        </p:nvSpPr>
        <p:spPr>
          <a:xfrm>
            <a:off x="6583680" y="2743200"/>
            <a:ext cx="4663440" cy="23774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323232"/>
                </a:solidFill>
                <a:latin typeface="Segoe UI" pitchFamily="34" charset="0"/>
                <a:ea typeface="Segoe UI" pitchFamily="34" charset="-122"/>
                <a:cs typeface="Segoe UI" pitchFamily="34" charset="-120"/>
              </a:rPr>
              <a:t>Automated, self-serve flows</a:t>
            </a:r>
            <a:endParaRPr lang="en-US" sz="1500" dirty="0"/>
          </a:p>
          <a:p>
            <a:pPr marL="342900" indent="-342900">
              <a:spcAft>
                <a:spcPts val="1000"/>
              </a:spcAft>
              <a:buSzPct val="100000"/>
              <a:buChar char="•"/>
            </a:pPr>
            <a:r>
              <a:rPr lang="en-US" sz="1500" dirty="0">
                <a:solidFill>
                  <a:srgbClr val="323232"/>
                </a:solidFill>
                <a:latin typeface="Segoe UI" pitchFamily="34" charset="0"/>
                <a:ea typeface="Segoe UI" pitchFamily="34" charset="-122"/>
                <a:cs typeface="Segoe UI" pitchFamily="34" charset="-120"/>
              </a:rPr>
              <a:t>On-brand by default</a:t>
            </a:r>
            <a:endParaRPr lang="en-US" sz="1500" dirty="0"/>
          </a:p>
          <a:p>
            <a:pPr marL="342900" indent="-342900">
              <a:buSzPct val="100000"/>
              <a:buChar char="•"/>
            </a:pPr>
            <a:r>
              <a:rPr lang="en-US" sz="1500" dirty="0">
                <a:solidFill>
                  <a:srgbClr val="323232"/>
                </a:solidFill>
                <a:latin typeface="Segoe UI" pitchFamily="34" charset="0"/>
                <a:ea typeface="Segoe UI" pitchFamily="34" charset="-122"/>
                <a:cs typeface="Segoe UI" pitchFamily="34" charset="-120"/>
              </a:rPr>
              <a:t>One governed platform</a:t>
            </a:r>
            <a:endParaRPr lang="en-US" sz="1500" dirty="0"/>
          </a:p>
        </p:txBody>
      </p:sp>
      <p:pic>
        <p:nvPicPr>
          <p:cNvPr id="13" name="Image 0" descr="C:\Users\ifain\OneDrive - Microsoft\Documents\Microsoft Scout\_brandwork\assets\sym_dark.png"/>
          <p:cNvPicPr>
            <a:picLocks noChangeAspect="1"/>
          </p:cNvPicPr>
          <p:nvPr/>
        </p:nvPicPr>
        <p:blipFill>
          <a:blip r:embed="rId3"/>
          <a:stretch>
            <a:fillRect/>
          </a:stretch>
        </p:blipFill>
        <p:spPr>
          <a:xfrm>
            <a:off x="640080" y="6291072"/>
            <a:ext cx="237744" cy="182880"/>
          </a:xfrm>
          <a:prstGeom prst="rect">
            <a:avLst/>
          </a:prstGeom>
        </p:spPr>
      </p:pic>
      <p:sp>
        <p:nvSpPr>
          <p:cNvPr id="14" name="Text 11"/>
          <p:cNvSpPr/>
          <p:nvPr/>
        </p:nvSpPr>
        <p:spPr>
          <a:xfrm>
            <a:off x="932688" y="6254496"/>
            <a:ext cx="2743200" cy="274320"/>
          </a:xfrm>
          <a:prstGeom prst="rect">
            <a:avLst/>
          </a:prstGeom>
          <a:noFill/>
          <a:ln/>
        </p:spPr>
        <p:txBody>
          <a:bodyPr wrap="square" lIns="0" tIns="0" rIns="0" bIns="0" rtlCol="0" anchor="ctr"/>
          <a:lstStyle/>
          <a:p>
            <a:pPr marL="0" indent="0">
              <a:buNone/>
            </a:pPr>
            <a:r>
              <a:rPr lang="en-US" sz="900" dirty="0">
                <a:solidFill>
                  <a:srgbClr val="8A8F94"/>
                </a:solidFill>
                <a:latin typeface="Segoe UI Semibold" pitchFamily="34" charset="0"/>
                <a:ea typeface="Segoe UI Semibold" pitchFamily="34" charset="-122"/>
                <a:cs typeface="Segoe UI Semibold" pitchFamily="34" charset="-120"/>
              </a:rPr>
              <a:t>Power CAT</a:t>
            </a:r>
            <a:endParaRPr lang="en-US" sz="900" dirty="0"/>
          </a:p>
        </p:txBody>
      </p:sp>
      <p:sp>
        <p:nvSpPr>
          <p:cNvPr id="15" name="Text 12"/>
          <p:cNvSpPr/>
          <p:nvPr/>
        </p:nvSpPr>
        <p:spPr>
          <a:xfrm>
            <a:off x="10637215" y="6254496"/>
            <a:ext cx="914400" cy="274320"/>
          </a:xfrm>
          <a:prstGeom prst="rect">
            <a:avLst/>
          </a:prstGeom>
          <a:noFill/>
          <a:ln/>
        </p:spPr>
        <p:txBody>
          <a:bodyPr wrap="square" lIns="0" tIns="0" rIns="0" bIns="0" rtlCol="0" anchor="ctr"/>
          <a:lstStyle/>
          <a:p>
            <a:pPr marL="0" indent="0" algn="r">
              <a:buNone/>
            </a:pPr>
            <a:r>
              <a:rPr lang="en-US" sz="900" dirty="0">
                <a:solidFill>
                  <a:srgbClr val="8A8F94"/>
                </a:solidFill>
                <a:latin typeface="Segoe UI" pitchFamily="34" charset="0"/>
                <a:ea typeface="Segoe UI" pitchFamily="34" charset="-122"/>
                <a:cs typeface="Segoe U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BFB"/>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DA4D84"/>
          </a:solidFill>
          <a:ln/>
        </p:spPr>
        <p:txBody>
          <a:bodyPr/>
          <a:lstStyle/>
          <a:p>
            <a:endParaRPr lang="LID4096"/>
          </a:p>
        </p:txBody>
      </p:sp>
      <p:sp>
        <p:nvSpPr>
          <p:cNvPr id="3" name="Text 1"/>
          <p:cNvSpPr/>
          <p:nvPr/>
        </p:nvSpPr>
        <p:spPr>
          <a:xfrm>
            <a:off x="896112" y="502920"/>
            <a:ext cx="8229600" cy="274320"/>
          </a:xfrm>
          <a:prstGeom prst="rect">
            <a:avLst/>
          </a:prstGeom>
          <a:noFill/>
          <a:ln/>
        </p:spPr>
        <p:txBody>
          <a:bodyPr wrap="square" lIns="0" tIns="0" rIns="0" bIns="0" rtlCol="0" anchor="ctr"/>
          <a:lstStyle/>
          <a:p>
            <a:pPr marL="0" indent="0">
              <a:buNone/>
            </a:pPr>
            <a:r>
              <a:rPr lang="en-US" sz="1100" kern="0" spc="200" dirty="0">
                <a:solidFill>
                  <a:srgbClr val="DA4D84"/>
                </a:solidFill>
                <a:latin typeface="Segoe UI Semibold" pitchFamily="34" charset="0"/>
                <a:ea typeface="Segoe UI Semibold" pitchFamily="34" charset="-122"/>
                <a:cs typeface="Segoe UI Semibold" pitchFamily="34" charset="-120"/>
              </a:rPr>
              <a:t>CONTENT TYPE</a:t>
            </a:r>
            <a:endParaRPr lang="en-US" sz="1100" dirty="0"/>
          </a:p>
        </p:txBody>
      </p:sp>
      <p:sp>
        <p:nvSpPr>
          <p:cNvPr id="4" name="Text 2"/>
          <p:cNvSpPr/>
          <p:nvPr/>
        </p:nvSpPr>
        <p:spPr>
          <a:xfrm>
            <a:off x="640080" y="841248"/>
            <a:ext cx="10911535" cy="685800"/>
          </a:xfrm>
          <a:prstGeom prst="rect">
            <a:avLst/>
          </a:prstGeom>
          <a:noFill/>
          <a:ln/>
        </p:spPr>
        <p:txBody>
          <a:bodyPr wrap="square" lIns="0" tIns="0" rIns="0" bIns="0" rtlCol="0" anchor="ctr"/>
          <a:lstStyle/>
          <a:p>
            <a:pPr marL="0" indent="0">
              <a:buNone/>
            </a:pPr>
            <a:r>
              <a:rPr lang="en-US" sz="3000" b="1" dirty="0">
                <a:solidFill>
                  <a:srgbClr val="323232"/>
                </a:solidFill>
                <a:latin typeface="Segoe UI Semibold" pitchFamily="34" charset="0"/>
                <a:ea typeface="Segoe UI Semibold" pitchFamily="34" charset="-122"/>
                <a:cs typeface="Segoe UI Semibold" pitchFamily="34" charset="-120"/>
              </a:rPr>
              <a:t>Process &amp; timeline</a:t>
            </a:r>
            <a:endParaRPr lang="en-US" sz="3000" dirty="0"/>
          </a:p>
        </p:txBody>
      </p:sp>
      <p:sp>
        <p:nvSpPr>
          <p:cNvPr id="5" name="Shape 3"/>
          <p:cNvSpPr/>
          <p:nvPr/>
        </p:nvSpPr>
        <p:spPr>
          <a:xfrm>
            <a:off x="640080" y="2468880"/>
            <a:ext cx="2596896" cy="1828800"/>
          </a:xfrm>
          <a:prstGeom prst="rect">
            <a:avLst/>
          </a:prstGeom>
          <a:solidFill>
            <a:srgbClr val="FFFFFF"/>
          </a:solidFill>
          <a:ln w="12700">
            <a:solidFill>
              <a:srgbClr val="E2E4E6"/>
            </a:solidFill>
            <a:prstDash val="solid"/>
          </a:ln>
        </p:spPr>
        <p:txBody>
          <a:bodyPr/>
          <a:lstStyle/>
          <a:p>
            <a:endParaRPr lang="LID4096"/>
          </a:p>
        </p:txBody>
      </p:sp>
      <p:sp>
        <p:nvSpPr>
          <p:cNvPr id="6" name="Shape 4"/>
          <p:cNvSpPr/>
          <p:nvPr/>
        </p:nvSpPr>
        <p:spPr>
          <a:xfrm>
            <a:off x="1527048" y="2057400"/>
            <a:ext cx="822960" cy="822960"/>
          </a:xfrm>
          <a:prstGeom prst="ellipse">
            <a:avLst/>
          </a:prstGeom>
          <a:solidFill>
            <a:srgbClr val="323232"/>
          </a:solidFill>
          <a:ln/>
        </p:spPr>
        <p:txBody>
          <a:bodyPr/>
          <a:lstStyle/>
          <a:p>
            <a:endParaRPr lang="LID4096"/>
          </a:p>
        </p:txBody>
      </p:sp>
      <p:sp>
        <p:nvSpPr>
          <p:cNvPr id="7" name="Text 5"/>
          <p:cNvSpPr/>
          <p:nvPr/>
        </p:nvSpPr>
        <p:spPr>
          <a:xfrm>
            <a:off x="1527048" y="2057400"/>
            <a:ext cx="822960" cy="822960"/>
          </a:xfrm>
          <a:prstGeom prst="rect">
            <a:avLst/>
          </a:prstGeom>
          <a:noFill/>
          <a:ln/>
        </p:spPr>
        <p:txBody>
          <a:bodyPr wrap="square" lIns="0" tIns="0" rIns="0" bIns="0" rtlCol="0" anchor="ctr"/>
          <a:lstStyle/>
          <a:p>
            <a:pPr marL="0" indent="0" algn="ctr">
              <a:buNone/>
            </a:pPr>
            <a:r>
              <a:rPr lang="en-US" sz="2400" b="1" dirty="0">
                <a:solidFill>
                  <a:srgbClr val="FFFFFF"/>
                </a:solidFill>
                <a:latin typeface="Segoe UI Semibold" pitchFamily="34" charset="0"/>
                <a:ea typeface="Segoe UI Semibold" pitchFamily="34" charset="-122"/>
                <a:cs typeface="Segoe UI Semibold" pitchFamily="34" charset="-120"/>
              </a:rPr>
              <a:t>1</a:t>
            </a:r>
            <a:endParaRPr lang="en-US" sz="2400" dirty="0"/>
          </a:p>
        </p:txBody>
      </p:sp>
      <p:sp>
        <p:nvSpPr>
          <p:cNvPr id="8" name="Text 6"/>
          <p:cNvSpPr/>
          <p:nvPr/>
        </p:nvSpPr>
        <p:spPr>
          <a:xfrm>
            <a:off x="640080" y="3063240"/>
            <a:ext cx="2596896" cy="457200"/>
          </a:xfrm>
          <a:prstGeom prst="rect">
            <a:avLst/>
          </a:prstGeom>
          <a:noFill/>
          <a:ln/>
        </p:spPr>
        <p:txBody>
          <a:bodyPr wrap="square" lIns="0" tIns="0" rIns="0" bIns="0" rtlCol="0" anchor="ctr"/>
          <a:lstStyle/>
          <a:p>
            <a:pPr marL="0" indent="0" algn="ctr">
              <a:buNone/>
            </a:pPr>
            <a:r>
              <a:rPr lang="en-US" sz="1800" b="1" dirty="0">
                <a:solidFill>
                  <a:srgbClr val="323232"/>
                </a:solidFill>
                <a:latin typeface="Segoe UI Semibold" pitchFamily="34" charset="0"/>
                <a:ea typeface="Segoe UI Semibold" pitchFamily="34" charset="-122"/>
                <a:cs typeface="Segoe UI Semibold" pitchFamily="34" charset="-120"/>
              </a:rPr>
              <a:t>Assess</a:t>
            </a:r>
            <a:endParaRPr lang="en-US" sz="1800" dirty="0"/>
          </a:p>
        </p:txBody>
      </p:sp>
      <p:sp>
        <p:nvSpPr>
          <p:cNvPr id="9" name="Text 7"/>
          <p:cNvSpPr/>
          <p:nvPr/>
        </p:nvSpPr>
        <p:spPr>
          <a:xfrm>
            <a:off x="640080" y="3520440"/>
            <a:ext cx="2596896" cy="548640"/>
          </a:xfrm>
          <a:prstGeom prst="rect">
            <a:avLst/>
          </a:prstGeom>
          <a:noFill/>
          <a:ln/>
        </p:spPr>
        <p:txBody>
          <a:bodyPr wrap="square" lIns="0" tIns="0" rIns="0" bIns="0" rtlCol="0" anchor="ctr"/>
          <a:lstStyle/>
          <a:p>
            <a:pPr marL="0" indent="0" algn="ctr">
              <a:buNone/>
            </a:pPr>
            <a:r>
              <a:rPr lang="en-US" sz="1300" dirty="0">
                <a:solidFill>
                  <a:srgbClr val="8A8F94"/>
                </a:solidFill>
                <a:latin typeface="Segoe UI" pitchFamily="34" charset="0"/>
                <a:ea typeface="Segoe UI" pitchFamily="34" charset="-122"/>
                <a:cs typeface="Segoe UI" pitchFamily="34" charset="-120"/>
              </a:rPr>
              <a:t>Baseline today</a:t>
            </a:r>
            <a:endParaRPr lang="en-US" sz="1300" dirty="0"/>
          </a:p>
        </p:txBody>
      </p:sp>
      <p:sp>
        <p:nvSpPr>
          <p:cNvPr id="10" name="Shape 8"/>
          <p:cNvSpPr/>
          <p:nvPr/>
        </p:nvSpPr>
        <p:spPr>
          <a:xfrm>
            <a:off x="3186684" y="3218688"/>
            <a:ext cx="329184" cy="329184"/>
          </a:xfrm>
          <a:prstGeom prst="chevron">
            <a:avLst/>
          </a:prstGeom>
          <a:solidFill>
            <a:srgbClr val="DA4D84"/>
          </a:solidFill>
          <a:ln/>
        </p:spPr>
        <p:txBody>
          <a:bodyPr/>
          <a:lstStyle/>
          <a:p>
            <a:endParaRPr lang="LID4096"/>
          </a:p>
        </p:txBody>
      </p:sp>
      <p:sp>
        <p:nvSpPr>
          <p:cNvPr id="11" name="Shape 9"/>
          <p:cNvSpPr/>
          <p:nvPr/>
        </p:nvSpPr>
        <p:spPr>
          <a:xfrm>
            <a:off x="3465576" y="2468880"/>
            <a:ext cx="2596896" cy="1828800"/>
          </a:xfrm>
          <a:prstGeom prst="rect">
            <a:avLst/>
          </a:prstGeom>
          <a:solidFill>
            <a:srgbClr val="FFFFFF"/>
          </a:solidFill>
          <a:ln w="12700">
            <a:solidFill>
              <a:srgbClr val="E2E4E6"/>
            </a:solidFill>
            <a:prstDash val="solid"/>
          </a:ln>
        </p:spPr>
        <p:txBody>
          <a:bodyPr/>
          <a:lstStyle/>
          <a:p>
            <a:endParaRPr lang="LID4096"/>
          </a:p>
        </p:txBody>
      </p:sp>
      <p:sp>
        <p:nvSpPr>
          <p:cNvPr id="12" name="Shape 10"/>
          <p:cNvSpPr/>
          <p:nvPr/>
        </p:nvSpPr>
        <p:spPr>
          <a:xfrm>
            <a:off x="4352544" y="2057400"/>
            <a:ext cx="822960" cy="822960"/>
          </a:xfrm>
          <a:prstGeom prst="ellipse">
            <a:avLst/>
          </a:prstGeom>
          <a:solidFill>
            <a:srgbClr val="323232"/>
          </a:solidFill>
          <a:ln/>
        </p:spPr>
        <p:txBody>
          <a:bodyPr/>
          <a:lstStyle/>
          <a:p>
            <a:endParaRPr lang="LID4096"/>
          </a:p>
        </p:txBody>
      </p:sp>
      <p:sp>
        <p:nvSpPr>
          <p:cNvPr id="13" name="Text 11"/>
          <p:cNvSpPr/>
          <p:nvPr/>
        </p:nvSpPr>
        <p:spPr>
          <a:xfrm>
            <a:off x="4352544" y="2057400"/>
            <a:ext cx="822960" cy="822960"/>
          </a:xfrm>
          <a:prstGeom prst="rect">
            <a:avLst/>
          </a:prstGeom>
          <a:noFill/>
          <a:ln/>
        </p:spPr>
        <p:txBody>
          <a:bodyPr wrap="square" lIns="0" tIns="0" rIns="0" bIns="0" rtlCol="0" anchor="ctr"/>
          <a:lstStyle/>
          <a:p>
            <a:pPr marL="0" indent="0" algn="ctr">
              <a:buNone/>
            </a:pPr>
            <a:r>
              <a:rPr lang="en-US" sz="2400" b="1" dirty="0">
                <a:solidFill>
                  <a:srgbClr val="FFFFFF"/>
                </a:solidFill>
                <a:latin typeface="Segoe UI Semibold" pitchFamily="34" charset="0"/>
                <a:ea typeface="Segoe UI Semibold" pitchFamily="34" charset="-122"/>
                <a:cs typeface="Segoe UI Semibold" pitchFamily="34" charset="-120"/>
              </a:rPr>
              <a:t>2</a:t>
            </a:r>
            <a:endParaRPr lang="en-US" sz="2400" dirty="0"/>
          </a:p>
        </p:txBody>
      </p:sp>
      <p:sp>
        <p:nvSpPr>
          <p:cNvPr id="14" name="Text 12"/>
          <p:cNvSpPr/>
          <p:nvPr/>
        </p:nvSpPr>
        <p:spPr>
          <a:xfrm>
            <a:off x="3465576" y="3063240"/>
            <a:ext cx="2596896" cy="457200"/>
          </a:xfrm>
          <a:prstGeom prst="rect">
            <a:avLst/>
          </a:prstGeom>
          <a:noFill/>
          <a:ln/>
        </p:spPr>
        <p:txBody>
          <a:bodyPr wrap="square" lIns="0" tIns="0" rIns="0" bIns="0" rtlCol="0" anchor="ctr"/>
          <a:lstStyle/>
          <a:p>
            <a:pPr marL="0" indent="0" algn="ctr">
              <a:buNone/>
            </a:pPr>
            <a:r>
              <a:rPr lang="en-US" sz="1800" b="1" dirty="0">
                <a:solidFill>
                  <a:srgbClr val="323232"/>
                </a:solidFill>
                <a:latin typeface="Segoe UI Semibold" pitchFamily="34" charset="0"/>
                <a:ea typeface="Segoe UI Semibold" pitchFamily="34" charset="-122"/>
                <a:cs typeface="Segoe UI Semibold" pitchFamily="34" charset="-120"/>
              </a:rPr>
              <a:t>Design</a:t>
            </a:r>
            <a:endParaRPr lang="en-US" sz="1800" dirty="0"/>
          </a:p>
        </p:txBody>
      </p:sp>
      <p:sp>
        <p:nvSpPr>
          <p:cNvPr id="15" name="Text 13"/>
          <p:cNvSpPr/>
          <p:nvPr/>
        </p:nvSpPr>
        <p:spPr>
          <a:xfrm>
            <a:off x="3465576" y="3520440"/>
            <a:ext cx="2596896" cy="548640"/>
          </a:xfrm>
          <a:prstGeom prst="rect">
            <a:avLst/>
          </a:prstGeom>
          <a:noFill/>
          <a:ln/>
        </p:spPr>
        <p:txBody>
          <a:bodyPr wrap="square" lIns="0" tIns="0" rIns="0" bIns="0" rtlCol="0" anchor="ctr"/>
          <a:lstStyle/>
          <a:p>
            <a:pPr marL="0" indent="0" algn="ctr">
              <a:buNone/>
            </a:pPr>
            <a:r>
              <a:rPr lang="en-US" sz="1300" dirty="0">
                <a:solidFill>
                  <a:srgbClr val="8A8F94"/>
                </a:solidFill>
                <a:latin typeface="Segoe UI" pitchFamily="34" charset="0"/>
                <a:ea typeface="Segoe UI" pitchFamily="34" charset="-122"/>
                <a:cs typeface="Segoe UI" pitchFamily="34" charset="-120"/>
              </a:rPr>
              <a:t>Shape the target</a:t>
            </a:r>
            <a:endParaRPr lang="en-US" sz="1300" dirty="0"/>
          </a:p>
        </p:txBody>
      </p:sp>
      <p:sp>
        <p:nvSpPr>
          <p:cNvPr id="16" name="Shape 14"/>
          <p:cNvSpPr/>
          <p:nvPr/>
        </p:nvSpPr>
        <p:spPr>
          <a:xfrm>
            <a:off x="6012180" y="3218688"/>
            <a:ext cx="329184" cy="329184"/>
          </a:xfrm>
          <a:prstGeom prst="chevron">
            <a:avLst/>
          </a:prstGeom>
          <a:solidFill>
            <a:srgbClr val="DA4D84"/>
          </a:solidFill>
          <a:ln/>
        </p:spPr>
        <p:txBody>
          <a:bodyPr/>
          <a:lstStyle/>
          <a:p>
            <a:endParaRPr lang="LID4096"/>
          </a:p>
        </p:txBody>
      </p:sp>
      <p:sp>
        <p:nvSpPr>
          <p:cNvPr id="17" name="Shape 15"/>
          <p:cNvSpPr/>
          <p:nvPr/>
        </p:nvSpPr>
        <p:spPr>
          <a:xfrm>
            <a:off x="6291072" y="2468880"/>
            <a:ext cx="2596896" cy="1828800"/>
          </a:xfrm>
          <a:prstGeom prst="rect">
            <a:avLst/>
          </a:prstGeom>
          <a:solidFill>
            <a:srgbClr val="FFFFFF"/>
          </a:solidFill>
          <a:ln w="12700">
            <a:solidFill>
              <a:srgbClr val="E2E4E6"/>
            </a:solidFill>
            <a:prstDash val="solid"/>
          </a:ln>
        </p:spPr>
        <p:txBody>
          <a:bodyPr/>
          <a:lstStyle/>
          <a:p>
            <a:endParaRPr lang="LID4096"/>
          </a:p>
        </p:txBody>
      </p:sp>
      <p:sp>
        <p:nvSpPr>
          <p:cNvPr id="18" name="Shape 16"/>
          <p:cNvSpPr/>
          <p:nvPr/>
        </p:nvSpPr>
        <p:spPr>
          <a:xfrm>
            <a:off x="7178040" y="2057400"/>
            <a:ext cx="822960" cy="822960"/>
          </a:xfrm>
          <a:prstGeom prst="ellipse">
            <a:avLst/>
          </a:prstGeom>
          <a:solidFill>
            <a:srgbClr val="323232"/>
          </a:solidFill>
          <a:ln/>
        </p:spPr>
        <p:txBody>
          <a:bodyPr/>
          <a:lstStyle/>
          <a:p>
            <a:endParaRPr lang="LID4096"/>
          </a:p>
        </p:txBody>
      </p:sp>
      <p:sp>
        <p:nvSpPr>
          <p:cNvPr id="19" name="Text 17"/>
          <p:cNvSpPr/>
          <p:nvPr/>
        </p:nvSpPr>
        <p:spPr>
          <a:xfrm>
            <a:off x="7178040" y="2057400"/>
            <a:ext cx="822960" cy="822960"/>
          </a:xfrm>
          <a:prstGeom prst="rect">
            <a:avLst/>
          </a:prstGeom>
          <a:noFill/>
          <a:ln/>
        </p:spPr>
        <p:txBody>
          <a:bodyPr wrap="square" lIns="0" tIns="0" rIns="0" bIns="0" rtlCol="0" anchor="ctr"/>
          <a:lstStyle/>
          <a:p>
            <a:pPr marL="0" indent="0" algn="ctr">
              <a:buNone/>
            </a:pPr>
            <a:r>
              <a:rPr lang="en-US" sz="2400" b="1" dirty="0">
                <a:solidFill>
                  <a:srgbClr val="FFFFFF"/>
                </a:solidFill>
                <a:latin typeface="Segoe UI Semibold" pitchFamily="34" charset="0"/>
                <a:ea typeface="Segoe UI Semibold" pitchFamily="34" charset="-122"/>
                <a:cs typeface="Segoe UI Semibold" pitchFamily="34" charset="-120"/>
              </a:rPr>
              <a:t>3</a:t>
            </a:r>
            <a:endParaRPr lang="en-US" sz="2400" dirty="0"/>
          </a:p>
        </p:txBody>
      </p:sp>
      <p:sp>
        <p:nvSpPr>
          <p:cNvPr id="20" name="Text 18"/>
          <p:cNvSpPr/>
          <p:nvPr/>
        </p:nvSpPr>
        <p:spPr>
          <a:xfrm>
            <a:off x="6291072" y="3063240"/>
            <a:ext cx="2596896" cy="457200"/>
          </a:xfrm>
          <a:prstGeom prst="rect">
            <a:avLst/>
          </a:prstGeom>
          <a:noFill/>
          <a:ln/>
        </p:spPr>
        <p:txBody>
          <a:bodyPr wrap="square" lIns="0" tIns="0" rIns="0" bIns="0" rtlCol="0" anchor="ctr"/>
          <a:lstStyle/>
          <a:p>
            <a:pPr marL="0" indent="0" algn="ctr">
              <a:buNone/>
            </a:pPr>
            <a:r>
              <a:rPr lang="en-US" sz="1800" b="1" dirty="0">
                <a:solidFill>
                  <a:srgbClr val="323232"/>
                </a:solidFill>
                <a:latin typeface="Segoe UI Semibold" pitchFamily="34" charset="0"/>
                <a:ea typeface="Segoe UI Semibold" pitchFamily="34" charset="-122"/>
                <a:cs typeface="Segoe UI Semibold" pitchFamily="34" charset="-120"/>
              </a:rPr>
              <a:t>Build</a:t>
            </a:r>
            <a:endParaRPr lang="en-US" sz="1800" dirty="0"/>
          </a:p>
        </p:txBody>
      </p:sp>
      <p:sp>
        <p:nvSpPr>
          <p:cNvPr id="21" name="Text 19"/>
          <p:cNvSpPr/>
          <p:nvPr/>
        </p:nvSpPr>
        <p:spPr>
          <a:xfrm>
            <a:off x="6291072" y="3520440"/>
            <a:ext cx="2596896" cy="548640"/>
          </a:xfrm>
          <a:prstGeom prst="rect">
            <a:avLst/>
          </a:prstGeom>
          <a:noFill/>
          <a:ln/>
        </p:spPr>
        <p:txBody>
          <a:bodyPr wrap="square" lIns="0" tIns="0" rIns="0" bIns="0" rtlCol="0" anchor="ctr"/>
          <a:lstStyle/>
          <a:p>
            <a:pPr marL="0" indent="0" algn="ctr">
              <a:buNone/>
            </a:pPr>
            <a:r>
              <a:rPr lang="en-US" sz="1300" dirty="0">
                <a:solidFill>
                  <a:srgbClr val="8A8F94"/>
                </a:solidFill>
                <a:latin typeface="Segoe UI" pitchFamily="34" charset="0"/>
                <a:ea typeface="Segoe UI" pitchFamily="34" charset="-122"/>
                <a:cs typeface="Segoe UI" pitchFamily="34" charset="-120"/>
              </a:rPr>
              <a:t>Ship increments</a:t>
            </a:r>
            <a:endParaRPr lang="en-US" sz="1300" dirty="0"/>
          </a:p>
        </p:txBody>
      </p:sp>
      <p:sp>
        <p:nvSpPr>
          <p:cNvPr id="22" name="Shape 20"/>
          <p:cNvSpPr/>
          <p:nvPr/>
        </p:nvSpPr>
        <p:spPr>
          <a:xfrm>
            <a:off x="8837676" y="3218688"/>
            <a:ext cx="329184" cy="329184"/>
          </a:xfrm>
          <a:prstGeom prst="chevron">
            <a:avLst/>
          </a:prstGeom>
          <a:solidFill>
            <a:srgbClr val="DA4D84"/>
          </a:solidFill>
          <a:ln/>
        </p:spPr>
        <p:txBody>
          <a:bodyPr/>
          <a:lstStyle/>
          <a:p>
            <a:endParaRPr lang="LID4096"/>
          </a:p>
        </p:txBody>
      </p:sp>
      <p:sp>
        <p:nvSpPr>
          <p:cNvPr id="23" name="Shape 21"/>
          <p:cNvSpPr/>
          <p:nvPr/>
        </p:nvSpPr>
        <p:spPr>
          <a:xfrm>
            <a:off x="9116568" y="2468880"/>
            <a:ext cx="2596896" cy="1828800"/>
          </a:xfrm>
          <a:prstGeom prst="rect">
            <a:avLst/>
          </a:prstGeom>
          <a:solidFill>
            <a:srgbClr val="FFFFFF"/>
          </a:solidFill>
          <a:ln w="12700">
            <a:solidFill>
              <a:srgbClr val="E2E4E6"/>
            </a:solidFill>
            <a:prstDash val="solid"/>
          </a:ln>
        </p:spPr>
        <p:txBody>
          <a:bodyPr/>
          <a:lstStyle/>
          <a:p>
            <a:endParaRPr lang="LID4096"/>
          </a:p>
        </p:txBody>
      </p:sp>
      <p:sp>
        <p:nvSpPr>
          <p:cNvPr id="24" name="Shape 22"/>
          <p:cNvSpPr/>
          <p:nvPr/>
        </p:nvSpPr>
        <p:spPr>
          <a:xfrm>
            <a:off x="10003536" y="2057400"/>
            <a:ext cx="822960" cy="822960"/>
          </a:xfrm>
          <a:prstGeom prst="ellipse">
            <a:avLst/>
          </a:prstGeom>
          <a:solidFill>
            <a:srgbClr val="DA4D84"/>
          </a:solidFill>
          <a:ln/>
        </p:spPr>
        <p:txBody>
          <a:bodyPr/>
          <a:lstStyle/>
          <a:p>
            <a:endParaRPr lang="LID4096"/>
          </a:p>
        </p:txBody>
      </p:sp>
      <p:sp>
        <p:nvSpPr>
          <p:cNvPr id="25" name="Text 23"/>
          <p:cNvSpPr/>
          <p:nvPr/>
        </p:nvSpPr>
        <p:spPr>
          <a:xfrm>
            <a:off x="10003536" y="2057400"/>
            <a:ext cx="822960" cy="822960"/>
          </a:xfrm>
          <a:prstGeom prst="rect">
            <a:avLst/>
          </a:prstGeom>
          <a:noFill/>
          <a:ln/>
        </p:spPr>
        <p:txBody>
          <a:bodyPr wrap="square" lIns="0" tIns="0" rIns="0" bIns="0" rtlCol="0" anchor="ctr"/>
          <a:lstStyle/>
          <a:p>
            <a:pPr marL="0" indent="0" algn="ctr">
              <a:buNone/>
            </a:pPr>
            <a:r>
              <a:rPr lang="en-US" sz="2400" b="1" dirty="0">
                <a:solidFill>
                  <a:srgbClr val="FFFFFF"/>
                </a:solidFill>
                <a:latin typeface="Segoe UI Semibold" pitchFamily="34" charset="0"/>
                <a:ea typeface="Segoe UI Semibold" pitchFamily="34" charset="-122"/>
                <a:cs typeface="Segoe UI Semibold" pitchFamily="34" charset="-120"/>
              </a:rPr>
              <a:t>4</a:t>
            </a:r>
            <a:endParaRPr lang="en-US" sz="2400" dirty="0"/>
          </a:p>
        </p:txBody>
      </p:sp>
      <p:sp>
        <p:nvSpPr>
          <p:cNvPr id="26" name="Text 24"/>
          <p:cNvSpPr/>
          <p:nvPr/>
        </p:nvSpPr>
        <p:spPr>
          <a:xfrm>
            <a:off x="9116568" y="3063240"/>
            <a:ext cx="2596896" cy="457200"/>
          </a:xfrm>
          <a:prstGeom prst="rect">
            <a:avLst/>
          </a:prstGeom>
          <a:noFill/>
          <a:ln/>
        </p:spPr>
        <p:txBody>
          <a:bodyPr wrap="square" lIns="0" tIns="0" rIns="0" bIns="0" rtlCol="0" anchor="ctr"/>
          <a:lstStyle/>
          <a:p>
            <a:pPr marL="0" indent="0" algn="ctr">
              <a:buNone/>
            </a:pPr>
            <a:r>
              <a:rPr lang="en-US" sz="1800" b="1" dirty="0">
                <a:solidFill>
                  <a:srgbClr val="323232"/>
                </a:solidFill>
                <a:latin typeface="Segoe UI Semibold" pitchFamily="34" charset="0"/>
                <a:ea typeface="Segoe UI Semibold" pitchFamily="34" charset="-122"/>
                <a:cs typeface="Segoe UI Semibold" pitchFamily="34" charset="-120"/>
              </a:rPr>
              <a:t>Scale</a:t>
            </a:r>
            <a:endParaRPr lang="en-US" sz="1800" dirty="0"/>
          </a:p>
        </p:txBody>
      </p:sp>
      <p:sp>
        <p:nvSpPr>
          <p:cNvPr id="27" name="Text 25"/>
          <p:cNvSpPr/>
          <p:nvPr/>
        </p:nvSpPr>
        <p:spPr>
          <a:xfrm>
            <a:off x="9116568" y="3520440"/>
            <a:ext cx="2596896" cy="548640"/>
          </a:xfrm>
          <a:prstGeom prst="rect">
            <a:avLst/>
          </a:prstGeom>
          <a:noFill/>
          <a:ln/>
        </p:spPr>
        <p:txBody>
          <a:bodyPr wrap="square" lIns="0" tIns="0" rIns="0" bIns="0" rtlCol="0" anchor="ctr"/>
          <a:lstStyle/>
          <a:p>
            <a:pPr marL="0" indent="0" algn="ctr">
              <a:buNone/>
            </a:pPr>
            <a:r>
              <a:rPr lang="en-US" sz="1300" dirty="0">
                <a:solidFill>
                  <a:srgbClr val="8A8F94"/>
                </a:solidFill>
                <a:latin typeface="Segoe UI" pitchFamily="34" charset="0"/>
                <a:ea typeface="Segoe UI" pitchFamily="34" charset="-122"/>
                <a:cs typeface="Segoe UI" pitchFamily="34" charset="-120"/>
              </a:rPr>
              <a:t>Govern &amp; grow</a:t>
            </a:r>
            <a:endParaRPr lang="en-US" sz="1300" dirty="0"/>
          </a:p>
        </p:txBody>
      </p:sp>
      <p:pic>
        <p:nvPicPr>
          <p:cNvPr id="28" name="Image 0" descr="C:\Users\ifain\OneDrive - Microsoft\Documents\Microsoft Scout\_brandwork\assets\sym_dark.png"/>
          <p:cNvPicPr>
            <a:picLocks noChangeAspect="1"/>
          </p:cNvPicPr>
          <p:nvPr/>
        </p:nvPicPr>
        <p:blipFill>
          <a:blip r:embed="rId3"/>
          <a:stretch>
            <a:fillRect/>
          </a:stretch>
        </p:blipFill>
        <p:spPr>
          <a:xfrm>
            <a:off x="640080" y="6291072"/>
            <a:ext cx="237744" cy="182880"/>
          </a:xfrm>
          <a:prstGeom prst="rect">
            <a:avLst/>
          </a:prstGeom>
        </p:spPr>
      </p:pic>
      <p:sp>
        <p:nvSpPr>
          <p:cNvPr id="29" name="Text 26"/>
          <p:cNvSpPr/>
          <p:nvPr/>
        </p:nvSpPr>
        <p:spPr>
          <a:xfrm>
            <a:off x="932688" y="6254496"/>
            <a:ext cx="2743200" cy="274320"/>
          </a:xfrm>
          <a:prstGeom prst="rect">
            <a:avLst/>
          </a:prstGeom>
          <a:noFill/>
          <a:ln/>
        </p:spPr>
        <p:txBody>
          <a:bodyPr wrap="square" lIns="0" tIns="0" rIns="0" bIns="0" rtlCol="0" anchor="ctr"/>
          <a:lstStyle/>
          <a:p>
            <a:pPr marL="0" indent="0">
              <a:buNone/>
            </a:pPr>
            <a:r>
              <a:rPr lang="en-US" sz="900" dirty="0">
                <a:solidFill>
                  <a:srgbClr val="8A8F94"/>
                </a:solidFill>
                <a:latin typeface="Segoe UI Semibold" pitchFamily="34" charset="0"/>
                <a:ea typeface="Segoe UI Semibold" pitchFamily="34" charset="-122"/>
                <a:cs typeface="Segoe UI Semibold" pitchFamily="34" charset="-120"/>
              </a:rPr>
              <a:t>Power CAT</a:t>
            </a:r>
            <a:endParaRPr lang="en-US" sz="900" dirty="0"/>
          </a:p>
        </p:txBody>
      </p:sp>
      <p:sp>
        <p:nvSpPr>
          <p:cNvPr id="30" name="Text 27"/>
          <p:cNvSpPr/>
          <p:nvPr/>
        </p:nvSpPr>
        <p:spPr>
          <a:xfrm>
            <a:off x="10637215" y="6254496"/>
            <a:ext cx="914400" cy="274320"/>
          </a:xfrm>
          <a:prstGeom prst="rect">
            <a:avLst/>
          </a:prstGeom>
          <a:noFill/>
          <a:ln/>
        </p:spPr>
        <p:txBody>
          <a:bodyPr wrap="square" lIns="0" tIns="0" rIns="0" bIns="0" rtlCol="0" anchor="ctr"/>
          <a:lstStyle/>
          <a:p>
            <a:pPr marL="0" indent="0" algn="r">
              <a:buNone/>
            </a:pPr>
            <a:r>
              <a:rPr lang="en-US" sz="900" dirty="0">
                <a:solidFill>
                  <a:srgbClr val="8A8F94"/>
                </a:solidFill>
                <a:latin typeface="Segoe UI" pitchFamily="34" charset="0"/>
                <a:ea typeface="Segoe UI" pitchFamily="34" charset="-122"/>
                <a:cs typeface="Segoe U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323232"/>
        </a:solidFill>
        <a:effectLst/>
      </p:bgPr>
    </p:bg>
    <p:spTree>
      <p:nvGrpSpPr>
        <p:cNvPr id="1" name=""/>
        <p:cNvGrpSpPr/>
        <p:nvPr/>
      </p:nvGrpSpPr>
      <p:grpSpPr>
        <a:xfrm>
          <a:off x="0" y="0"/>
          <a:ext cx="0" cy="0"/>
          <a:chOff x="0" y="0"/>
          <a:chExt cx="0" cy="0"/>
        </a:xfrm>
      </p:grpSpPr>
      <p:sp>
        <p:nvSpPr>
          <p:cNvPr id="2" name="Shape 0"/>
          <p:cNvSpPr/>
          <p:nvPr/>
        </p:nvSpPr>
        <p:spPr>
          <a:xfrm>
            <a:off x="0" y="0"/>
            <a:ext cx="1554480" cy="146304"/>
          </a:xfrm>
          <a:prstGeom prst="rect">
            <a:avLst/>
          </a:prstGeom>
          <a:solidFill>
            <a:srgbClr val="DA4D84"/>
          </a:solidFill>
          <a:ln/>
        </p:spPr>
        <p:txBody>
          <a:bodyPr/>
          <a:lstStyle/>
          <a:p>
            <a:endParaRPr lang="LID4096"/>
          </a:p>
        </p:txBody>
      </p:sp>
      <p:pic>
        <p:nvPicPr>
          <p:cNvPr id="3" name="Image 0" descr="C:\Users\ifain\OneDrive - Microsoft\Documents\Microsoft Scout\_brandwork\assets\logo_full_light.png"/>
          <p:cNvPicPr>
            <a:picLocks noChangeAspect="1"/>
          </p:cNvPicPr>
          <p:nvPr/>
        </p:nvPicPr>
        <p:blipFill>
          <a:blip r:embed="rId3"/>
          <a:stretch>
            <a:fillRect/>
          </a:stretch>
        </p:blipFill>
        <p:spPr>
          <a:xfrm>
            <a:off x="640080" y="1371600"/>
            <a:ext cx="2377440" cy="932688"/>
          </a:xfrm>
          <a:prstGeom prst="rect">
            <a:avLst/>
          </a:prstGeom>
        </p:spPr>
      </p:pic>
      <p:sp>
        <p:nvSpPr>
          <p:cNvPr id="4" name="Text 1"/>
          <p:cNvSpPr/>
          <p:nvPr/>
        </p:nvSpPr>
        <p:spPr>
          <a:xfrm>
            <a:off x="640080" y="2743200"/>
            <a:ext cx="10058400" cy="1005840"/>
          </a:xfrm>
          <a:prstGeom prst="rect">
            <a:avLst/>
          </a:prstGeom>
          <a:noFill/>
          <a:ln/>
        </p:spPr>
        <p:txBody>
          <a:bodyPr wrap="square" lIns="0" tIns="0" rIns="0" bIns="0" rtlCol="0" anchor="ctr"/>
          <a:lstStyle/>
          <a:p>
            <a:pPr marL="0" indent="0">
              <a:buNone/>
            </a:pPr>
            <a:r>
              <a:rPr lang="en-US" sz="5600" dirty="0">
                <a:solidFill>
                  <a:srgbClr val="FAFBFB"/>
                </a:solidFill>
                <a:latin typeface="Segoe UI Light" pitchFamily="34" charset="0"/>
                <a:ea typeface="Segoe UI Light" pitchFamily="34" charset="-122"/>
                <a:cs typeface="Segoe UI Light" pitchFamily="34" charset="-120"/>
              </a:rPr>
              <a:t>Thank you</a:t>
            </a:r>
            <a:endParaRPr lang="en-US" sz="5600" dirty="0"/>
          </a:p>
        </p:txBody>
      </p:sp>
      <p:sp>
        <p:nvSpPr>
          <p:cNvPr id="5" name="Text 2"/>
          <p:cNvSpPr/>
          <p:nvPr/>
        </p:nvSpPr>
        <p:spPr>
          <a:xfrm>
            <a:off x="640080" y="3794760"/>
            <a:ext cx="9144000" cy="457200"/>
          </a:xfrm>
          <a:prstGeom prst="rect">
            <a:avLst/>
          </a:prstGeom>
          <a:noFill/>
          <a:ln/>
        </p:spPr>
        <p:txBody>
          <a:bodyPr wrap="square" lIns="0" tIns="0" rIns="0" bIns="0" rtlCol="0" anchor="ctr"/>
          <a:lstStyle/>
          <a:p>
            <a:pPr marL="0" indent="0">
              <a:buNone/>
            </a:pPr>
            <a:r>
              <a:rPr lang="en-US" sz="1800" dirty="0">
                <a:solidFill>
                  <a:srgbClr val="DA4D84"/>
                </a:solidFill>
                <a:latin typeface="Segoe UI Semibold" pitchFamily="34" charset="0"/>
                <a:ea typeface="Segoe UI Semibold" pitchFamily="34" charset="-122"/>
                <a:cs typeface="Segoe UI Semibold" pitchFamily="34" charset="-120"/>
              </a:rPr>
              <a:t>Questions &amp; discussion</a:t>
            </a:r>
            <a:endParaRPr lang="en-US" sz="1800" dirty="0"/>
          </a:p>
        </p:txBody>
      </p:sp>
      <p:sp>
        <p:nvSpPr>
          <p:cNvPr id="6" name="Text 3"/>
          <p:cNvSpPr/>
          <p:nvPr/>
        </p:nvSpPr>
        <p:spPr>
          <a:xfrm>
            <a:off x="640080" y="4846320"/>
            <a:ext cx="9144000" cy="731520"/>
          </a:xfrm>
          <a:prstGeom prst="rect">
            <a:avLst/>
          </a:prstGeom>
          <a:noFill/>
          <a:ln/>
        </p:spPr>
        <p:txBody>
          <a:bodyPr wrap="square" lIns="0" tIns="0" rIns="0" bIns="0" rtlCol="0" anchor="ctr"/>
          <a:lstStyle/>
          <a:p>
            <a:pPr marL="0" indent="0">
              <a:lnSpc>
                <a:spcPct val="130000"/>
              </a:lnSpc>
              <a:buNone/>
            </a:pPr>
            <a:r>
              <a:rPr lang="en-US" sz="1400" dirty="0">
                <a:solidFill>
                  <a:srgbClr val="FAFBFB"/>
                </a:solidFill>
                <a:latin typeface="Segoe UI" pitchFamily="34" charset="0"/>
                <a:ea typeface="Segoe UI" pitchFamily="34" charset="-122"/>
                <a:cs typeface="Segoe UI" pitchFamily="34" charset="-120"/>
              </a:rPr>
              <a:t>name@microsoft.com</a:t>
            </a:r>
            <a:endParaRPr lang="en-US" sz="1400" dirty="0"/>
          </a:p>
          <a:p>
            <a:pPr marL="0" indent="0">
              <a:lnSpc>
                <a:spcPct val="130000"/>
              </a:lnSpc>
              <a:buNone/>
            </a:pPr>
            <a:r>
              <a:rPr lang="en-US" sz="1400" dirty="0">
                <a:solidFill>
                  <a:srgbClr val="C9CDD0"/>
                </a:solidFill>
                <a:latin typeface="Segoe UI" pitchFamily="34" charset="0"/>
                <a:ea typeface="Segoe UI" pitchFamily="34" charset="-122"/>
                <a:cs typeface="Segoe UI" pitchFamily="34" charset="-120"/>
              </a:rPr>
              <a:t>aka.ms/PowerCAT</a:t>
            </a:r>
            <a:endParaRPr lang="en-US" sz="1400" dirty="0"/>
          </a:p>
        </p:txBody>
      </p:sp>
      <p:pic>
        <p:nvPicPr>
          <p:cNvPr id="7" name="Image 1" descr="C:\Users\ifain\OneDrive - Microsoft\Documents\Microsoft Scout\_brandwork\assets\sym_light.png"/>
          <p:cNvPicPr>
            <a:picLocks noChangeAspect="1"/>
          </p:cNvPicPr>
          <p:nvPr/>
        </p:nvPicPr>
        <p:blipFill>
          <a:blip r:embed="rId4"/>
          <a:stretch>
            <a:fillRect/>
          </a:stretch>
        </p:blipFill>
        <p:spPr>
          <a:xfrm>
            <a:off x="640080" y="6291072"/>
            <a:ext cx="237744" cy="182880"/>
          </a:xfrm>
          <a:prstGeom prst="rect">
            <a:avLst/>
          </a:prstGeom>
        </p:spPr>
      </p:pic>
      <p:sp>
        <p:nvSpPr>
          <p:cNvPr id="8" name="Text 4"/>
          <p:cNvSpPr/>
          <p:nvPr/>
        </p:nvSpPr>
        <p:spPr>
          <a:xfrm>
            <a:off x="932688" y="6254496"/>
            <a:ext cx="2743200" cy="274320"/>
          </a:xfrm>
          <a:prstGeom prst="rect">
            <a:avLst/>
          </a:prstGeom>
          <a:noFill/>
          <a:ln/>
        </p:spPr>
        <p:txBody>
          <a:bodyPr wrap="square" lIns="0" tIns="0" rIns="0" bIns="0" rtlCol="0" anchor="ctr"/>
          <a:lstStyle/>
          <a:p>
            <a:pPr marL="0" indent="0">
              <a:buNone/>
            </a:pPr>
            <a:r>
              <a:rPr lang="en-US" sz="900" dirty="0">
                <a:solidFill>
                  <a:srgbClr val="FAFBFB"/>
                </a:solidFill>
                <a:latin typeface="Segoe UI Semibold" pitchFamily="34" charset="0"/>
                <a:ea typeface="Segoe UI Semibold" pitchFamily="34" charset="-122"/>
                <a:cs typeface="Segoe UI Semibold" pitchFamily="34" charset="-120"/>
              </a:rPr>
              <a:t>Power CAT</a:t>
            </a:r>
            <a:endParaRPr lang="en-US" sz="900" dirty="0"/>
          </a:p>
        </p:txBody>
      </p:sp>
      <p:sp>
        <p:nvSpPr>
          <p:cNvPr id="9" name="Text 5"/>
          <p:cNvSpPr/>
          <p:nvPr/>
        </p:nvSpPr>
        <p:spPr>
          <a:xfrm>
            <a:off x="10637215" y="6254496"/>
            <a:ext cx="914400" cy="274320"/>
          </a:xfrm>
          <a:prstGeom prst="rect">
            <a:avLst/>
          </a:prstGeom>
          <a:noFill/>
          <a:ln/>
        </p:spPr>
        <p:txBody>
          <a:bodyPr wrap="square" lIns="0" tIns="0" rIns="0" bIns="0" rtlCol="0" anchor="ctr"/>
          <a:lstStyle/>
          <a:p>
            <a:pPr marL="0" indent="0" algn="r">
              <a:buNone/>
            </a:pPr>
            <a:r>
              <a:rPr lang="en-US" sz="900" dirty="0">
                <a:solidFill>
                  <a:srgbClr val="FAFBFB"/>
                </a:solidFill>
                <a:latin typeface="Segoe UI" pitchFamily="34" charset="0"/>
                <a:ea typeface="Segoe UI" pitchFamily="34" charset="-122"/>
                <a:cs typeface="Segoe UI" pitchFamily="34" charset="-120"/>
              </a:rPr>
              <a:t>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559</Words>
  <Application>Microsoft Office PowerPoint</Application>
  <PresentationFormat>Widescreen</PresentationFormat>
  <Paragraphs>168</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Segoe UI</vt:lpstr>
      <vt:lpstr>Segoe UI Light</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CAT — Presentation Template</dc:title>
  <dc:subject>PptxGenJS Presentation</dc:subject>
  <dc:creator>Power CAT</dc:creator>
  <cp:lastModifiedBy>Ilya Fainberg</cp:lastModifiedBy>
  <cp:revision>1</cp:revision>
  <dcterms:created xsi:type="dcterms:W3CDTF">2026-06-22T13:51:29Z</dcterms:created>
  <dcterms:modified xsi:type="dcterms:W3CDTF">2026-06-22T23:00:31Z</dcterms:modified>
</cp:coreProperties>
</file>